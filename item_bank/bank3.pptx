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61" r:id="rId3"/>
    <p:sldId id="257" r:id="rId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1" d="100"/>
          <a:sy n="91" d="100"/>
        </p:scale>
        <p:origin x="1373" y="72"/>
      </p:cViewPr>
      <p:guideLst>
        <p:guide orient="horz" pos="2160"/>
        <p:guide pos="2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microsoft.com/office/2015/10/relationships/revisionInfo" Target="revisionInfo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/>
              <a:t>单击此处编辑母版文本样式</a:t>
            </a:r>
          </a:p>
          <a:p>
            <a:pPr lvl="1" indent="-285750"/>
            <a:r>
              <a:rPr lang="zh-CN" altLang="en-US"/>
              <a:t>第二级</a:t>
            </a:r>
          </a:p>
          <a:p>
            <a:pPr lvl="2" indent="-228600"/>
            <a:r>
              <a:rPr lang="zh-CN" altLang="en-US"/>
              <a:t>第三级</a:t>
            </a:r>
          </a:p>
          <a:p>
            <a:pPr lvl="3" indent="-228600"/>
            <a:r>
              <a:rPr lang="zh-CN" altLang="en-US"/>
              <a:t>第四级</a:t>
            </a:r>
          </a:p>
          <a:p>
            <a:pPr lvl="4" indent="-228600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标题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  <a:ln/>
        </p:spPr>
        <p:txBody>
          <a:bodyPr anchor="ctr"/>
          <a:lstStyle/>
          <a:p>
            <a:r>
              <a:rPr lang="en-US" altLang="zh-CN" sz="3600" dirty="0" err="1"/>
              <a:t>Mininum</a:t>
            </a:r>
            <a:r>
              <a:rPr lang="en-US" altLang="zh-CN" sz="3600" dirty="0"/>
              <a:t> Scalar Product</a:t>
            </a:r>
            <a:endParaRPr lang="zh-CN" altLang="en-US" sz="360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D0A5CBB-3AA7-4FFF-9378-0266BBAF5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04864"/>
            <a:ext cx="8229600" cy="2621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标题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1143000"/>
          </a:xfrm>
          <a:ln/>
        </p:spPr>
        <p:txBody>
          <a:bodyPr anchor="ctr"/>
          <a:lstStyle/>
          <a:p>
            <a:r>
              <a:rPr lang="en-US" altLang="zh-CN" sz="3600" dirty="0"/>
              <a:t>Numbers</a:t>
            </a:r>
            <a:endParaRPr lang="zh-CN" altLang="en-US" sz="3600" dirty="0"/>
          </a:p>
        </p:txBody>
      </p:sp>
      <p:graphicFrame>
        <p:nvGraphicFramePr>
          <p:cNvPr id="4098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114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r:id="rId3" imgW="914400" imgH="215900" progId="Equation.KSEE3">
                  <p:embed/>
                </p:oleObj>
              </mc:Choice>
              <mc:Fallback>
                <p:oleObj r:id="rId3" imgW="914400" imgH="215900" progId="Equation.KSEE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321050"/>
                        <a:ext cx="914400" cy="21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E2D0900-874E-479B-9E58-12E1B9B7E1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83735"/>
            <a:ext cx="8229600" cy="2106429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默认设计模板</vt:lpstr>
      <vt:lpstr>1_默认设计模板</vt:lpstr>
      <vt:lpstr>Equation.KSEE3</vt:lpstr>
      <vt:lpstr>Mininum Scalar Product</vt:lpstr>
      <vt:lpstr>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旅行售货员问题</dc:title>
  <dc:creator>fengqiang</dc:creator>
  <cp:lastModifiedBy>Yang LIU</cp:lastModifiedBy>
  <cp:revision>21</cp:revision>
  <dcterms:created xsi:type="dcterms:W3CDTF">2018-07-22T03:42:09Z</dcterms:created>
  <dcterms:modified xsi:type="dcterms:W3CDTF">2018-08-20T02:19:29Z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2052-10.1.0.7469</vt:lpwstr>
  </property>
</Properties>
</file>
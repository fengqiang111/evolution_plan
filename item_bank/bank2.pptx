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61" r:id="rId4"/>
    <p:sldId id="257" r:id="rId5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60"/>
        <p:guide pos="2864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1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3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anchor="ctr"/>
          <a:p>
            <a:r>
              <a:rPr lang="zh-CN" altLang="en-US"/>
              <a:t>一排石头的游戏</a:t>
            </a:r>
            <a:endParaRPr lang="zh-CN" altLang="en-US"/>
          </a:p>
        </p:txBody>
      </p:sp>
      <p:sp>
        <p:nvSpPr>
          <p:cNvPr id="3074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anchor="t"/>
          <a:p>
            <a:r>
              <a:rPr lang="en-US" altLang="zh-CN" sz="2400"/>
              <a:t>N</a:t>
            </a:r>
            <a:r>
              <a:rPr lang="zh-CN" altLang="en-US" sz="2400"/>
              <a:t>块石头排成一行，每块石头有各自固定的位置，两个玩家依次取石头，每个玩家每次可以取其中任意一块石头，或者相邻的两块石头，石头在游戏过程中不能移位（即编号不会改变），最后能将剩下的石头一次取光的玩家获胜。</a:t>
            </a:r>
            <a:endParaRPr lang="en-US" altLang="zh-CN" sz="2400"/>
          </a:p>
          <a:p>
            <a:endParaRPr lang="en-US" altLang="zh-CN" sz="2000"/>
          </a:p>
          <a:p>
            <a:r>
              <a:rPr lang="zh-CN" altLang="en-US" sz="2000"/>
              <a:t>请给出这个游戏的必胜策略。</a:t>
            </a:r>
            <a:endParaRPr lang="zh-CN" altLang="en-US"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7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anchor="ctr"/>
          <a:p>
            <a:r>
              <a:rPr lang="zh-CN" altLang="en-US"/>
              <a:t>求二进制数中</a:t>
            </a:r>
            <a:r>
              <a:rPr lang="en-US" altLang="zh-CN"/>
              <a:t>1</a:t>
            </a:r>
            <a:r>
              <a:rPr lang="zh-CN" altLang="en-US"/>
              <a:t>的个数</a:t>
            </a:r>
            <a:endParaRPr lang="zh-CN" altLang="en-US"/>
          </a:p>
        </p:txBody>
      </p:sp>
      <p:graphicFrame>
        <p:nvGraphicFramePr>
          <p:cNvPr id="4098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914400" imgH="215900" progId="Equation.KSEE3">
                  <p:embed/>
                </p:oleObj>
              </mc:Choice>
              <mc:Fallback>
                <p:oleObj name="" r:id="rId1" imgW="914400" imgH="215900" progId="Equation.KSEE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9" name="内容占位符 5"/>
          <p:cNvSpPr>
            <a:spLocks noGrp="1"/>
          </p:cNvSpPr>
          <p:nvPr>
            <p:ph idx="1"/>
          </p:nvPr>
        </p:nvSpPr>
        <p:spPr>
          <a:ln/>
        </p:spPr>
        <p:txBody>
          <a:bodyPr anchor="t"/>
          <a:p>
            <a:r>
              <a:rPr lang="zh-CN" altLang="en-US"/>
              <a:t>对于一个字节（</a:t>
            </a:r>
            <a:r>
              <a:rPr lang="en-US" altLang="zh-CN"/>
              <a:t>8bit</a:t>
            </a:r>
            <a:r>
              <a:rPr lang="zh-CN" altLang="en-US"/>
              <a:t>）的无符号整型变量，求其二进制表示中</a:t>
            </a:r>
            <a:r>
              <a:rPr lang="en-US" altLang="zh-CN"/>
              <a:t>“1”</a:t>
            </a:r>
            <a:r>
              <a:rPr lang="zh-CN" altLang="en-US"/>
              <a:t>的个数。</a:t>
            </a:r>
            <a:endParaRPr lang="zh-CN" altLang="en-US"/>
          </a:p>
          <a:p>
            <a:r>
              <a:rPr lang="zh-CN" altLang="en-US"/>
              <a:t>请用执行效率最高</a:t>
            </a:r>
            <a:r>
              <a:rPr lang="zh-CN" altLang="en-US"/>
              <a:t>的算法实现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</Words>
  <Application>WPS 演示</Application>
  <PresentationFormat/>
  <Paragraphs>11</Paragraphs>
  <Slides>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Arial Unicode MS</vt:lpstr>
      <vt:lpstr>Calibri</vt:lpstr>
      <vt:lpstr>Arial Unicode MS</vt:lpstr>
      <vt:lpstr>默认设计模板</vt:lpstr>
      <vt:lpstr>1_默认设计模板</vt:lpstr>
      <vt:lpstr>Equation.KSEE3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旅行售货员问题</dc:title>
  <dc:creator>fengqiang</dc:creator>
  <cp:lastModifiedBy>Benewake</cp:lastModifiedBy>
  <cp:revision>18</cp:revision>
  <dcterms:created xsi:type="dcterms:W3CDTF">2018-07-22T03:42:09Z</dcterms:created>
  <dcterms:modified xsi:type="dcterms:W3CDTF">2018-08-01T17:47:43Z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2052-10.1.0.7469</vt:lpwstr>
  </property>
</Properties>
</file>
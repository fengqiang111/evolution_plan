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4" r:id="rId2"/>
  </p:sldMasterIdLst>
  <p:sldIdLst>
    <p:sldId id="261" r:id="rId3"/>
    <p:sldId id="264" r:id="rId4"/>
    <p:sldId id="257" r:id="rId5"/>
    <p:sldId id="265" r:id="rId6"/>
    <p:sldId id="262" r:id="rId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7" d="100"/>
          <a:sy n="87" d="100"/>
        </p:scale>
        <p:origin x="547" y="62"/>
      </p:cViewPr>
      <p:guideLst>
        <p:guide orient="horz" pos="2160"/>
        <p:guide pos="2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460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421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925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974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208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0122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5989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328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2920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9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47987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430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png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png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标题 1"/>
          <p:cNvSpPr>
            <a:spLocks noGrp="1"/>
          </p:cNvSpPr>
          <p:nvPr>
            <p:ph type="title"/>
          </p:nvPr>
        </p:nvSpPr>
        <p:spPr>
          <a:xfrm>
            <a:off x="628649" y="764704"/>
            <a:ext cx="7886700" cy="1325563"/>
          </a:xfrm>
        </p:spPr>
        <p:txBody>
          <a:bodyPr/>
          <a:lstStyle/>
          <a:p>
            <a:pPr algn="ctr"/>
            <a:r>
              <a:rPr lang="en-US" altLang="zh-CN" dirty="0"/>
              <a:t>Predicting a finger count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CE59B0CB-5DFF-4852-B509-860D79E52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962" y="2967831"/>
            <a:ext cx="7458075" cy="2066925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标题 1"/>
          <p:cNvSpPr>
            <a:spLocks noGrp="1"/>
          </p:cNvSpPr>
          <p:nvPr>
            <p:ph type="title"/>
          </p:nvPr>
        </p:nvSpPr>
        <p:spPr>
          <a:xfrm>
            <a:off x="628649" y="764704"/>
            <a:ext cx="7886700" cy="1325563"/>
          </a:xfrm>
        </p:spPr>
        <p:txBody>
          <a:bodyPr/>
          <a:lstStyle/>
          <a:p>
            <a:pPr algn="ctr"/>
            <a:r>
              <a:rPr lang="en-US" altLang="zh-CN" dirty="0"/>
              <a:t>Page Numbering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9963CAC-A465-4448-B1CD-8E18E84CC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3436" y="3068960"/>
            <a:ext cx="747712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24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标题 1"/>
          <p:cNvSpPr>
            <a:spLocks noGrp="1"/>
          </p:cNvSpPr>
          <p:nvPr>
            <p:ph type="title"/>
          </p:nvPr>
        </p:nvSpPr>
        <p:spPr>
          <a:xfrm>
            <a:off x="457199" y="1052736"/>
            <a:ext cx="8229600" cy="1143000"/>
          </a:xfrm>
          <a:ln/>
        </p:spPr>
        <p:txBody>
          <a:bodyPr anchor="ctr"/>
          <a:lstStyle/>
          <a:p>
            <a:r>
              <a:rPr lang="en-US" altLang="zh-CN" sz="3600" dirty="0"/>
              <a:t>Lighter or Heavier?</a:t>
            </a:r>
            <a:endParaRPr lang="zh-CN" altLang="en-US" sz="3600" dirty="0"/>
          </a:p>
        </p:txBody>
      </p:sp>
      <p:graphicFrame>
        <p:nvGraphicFramePr>
          <p:cNvPr id="4098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r:id="rId3" imgW="914400" imgH="215900" progId="Equation.KSEE3">
                  <p:embed/>
                </p:oleObj>
              </mc:Choice>
              <mc:Fallback>
                <p:oleObj r:id="rId3" imgW="914400" imgH="215900" progId="Equation.KSEE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03B49856-94ED-4315-BE30-9A7E5B09FB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57249" y="2924944"/>
            <a:ext cx="7429500" cy="1647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标题 1"/>
          <p:cNvSpPr>
            <a:spLocks noGrp="1"/>
          </p:cNvSpPr>
          <p:nvPr>
            <p:ph type="title"/>
          </p:nvPr>
        </p:nvSpPr>
        <p:spPr>
          <a:xfrm>
            <a:off x="457199" y="1052736"/>
            <a:ext cx="8229600" cy="1143000"/>
          </a:xfrm>
          <a:ln/>
        </p:spPr>
        <p:txBody>
          <a:bodyPr anchor="ctr"/>
          <a:lstStyle/>
          <a:p>
            <a:r>
              <a:rPr lang="en-US" altLang="zh-CN" sz="3600" dirty="0"/>
              <a:t>Fake-Coin Detection with a spring scale</a:t>
            </a:r>
            <a:endParaRPr lang="zh-CN" altLang="en-US" sz="3600" dirty="0"/>
          </a:p>
        </p:txBody>
      </p:sp>
      <p:graphicFrame>
        <p:nvGraphicFramePr>
          <p:cNvPr id="4098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r:id="rId3" imgW="914400" imgH="215900" progId="Equation.KSEE3">
                  <p:embed/>
                </p:oleObj>
              </mc:Choice>
              <mc:Fallback>
                <p:oleObj r:id="rId3" imgW="914400" imgH="215900" progId="Equation.KSEE3">
                  <p:embed/>
                  <p:pic>
                    <p:nvPicPr>
                      <p:cNvPr id="4098" name="对象 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E7560FA-DA8B-4108-A015-6E0D11E4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42962" y="3001169"/>
            <a:ext cx="74580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577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标题 1"/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1143000"/>
          </a:xfrm>
          <a:ln/>
        </p:spPr>
        <p:txBody>
          <a:bodyPr anchor="ctr"/>
          <a:lstStyle/>
          <a:p>
            <a:r>
              <a:rPr lang="en-US" altLang="zh-CN" sz="3600" dirty="0"/>
              <a:t>Max-Min Weights</a:t>
            </a:r>
            <a:endParaRPr lang="zh-CN" altLang="en-US" sz="3600" dirty="0"/>
          </a:p>
        </p:txBody>
      </p:sp>
      <p:graphicFrame>
        <p:nvGraphicFramePr>
          <p:cNvPr id="4098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r:id="rId3" imgW="914400" imgH="215900" progId="Equation.KSEE3">
                  <p:embed/>
                </p:oleObj>
              </mc:Choice>
              <mc:Fallback>
                <p:oleObj r:id="rId3" imgW="914400" imgH="215900" progId="Equation.KSEE3">
                  <p:embed/>
                  <p:pic>
                    <p:nvPicPr>
                      <p:cNvPr id="4098" name="对象 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61BB48C-6B8D-4E95-B212-BE325E86B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57250" y="3515519"/>
            <a:ext cx="74295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0314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18</Words>
  <Application>Microsoft Office PowerPoint</Application>
  <PresentationFormat>全屏显示(4:3)</PresentationFormat>
  <Paragraphs>5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等线</vt:lpstr>
      <vt:lpstr>等线 Light</vt:lpstr>
      <vt:lpstr>宋体</vt:lpstr>
      <vt:lpstr>Arial</vt:lpstr>
      <vt:lpstr>Calibri</vt:lpstr>
      <vt:lpstr>Calibri Light</vt:lpstr>
      <vt:lpstr>默认设计模板</vt:lpstr>
      <vt:lpstr>Office Theme</vt:lpstr>
      <vt:lpstr>Equation.KSEE3</vt:lpstr>
      <vt:lpstr>Predicting a finger count</vt:lpstr>
      <vt:lpstr>Page Numbering</vt:lpstr>
      <vt:lpstr>Lighter or Heavier?</vt:lpstr>
      <vt:lpstr>Fake-Coin Detection with a spring scale</vt:lpstr>
      <vt:lpstr>Max-Min Weights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旅行售货员问题</dc:title>
  <dc:creator>fengqiang</dc:creator>
  <cp:lastModifiedBy>Yang LIU</cp:lastModifiedBy>
  <cp:revision>24</cp:revision>
  <dcterms:created xsi:type="dcterms:W3CDTF">2018-07-22T03:42:09Z</dcterms:created>
  <dcterms:modified xsi:type="dcterms:W3CDTF">2018-09-25T12:20:58Z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2052-10.1.0.7469</vt:lpwstr>
  </property>
</Properties>
</file>
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61" r:id="rId5"/>
    <p:sldId id="263" r:id="rId6"/>
    <p:sldId id="264" r:id="rId7"/>
    <p:sldId id="265" r:id="rId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6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menu.saveimg.savepath201808271606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310" y="202565"/>
            <a:ext cx="6723380" cy="4728210"/>
          </a:xfrm>
          <a:prstGeom prst="rect">
            <a:avLst/>
          </a:prstGeom>
        </p:spPr>
      </p:pic>
      <p:pic>
        <p:nvPicPr>
          <p:cNvPr id="5" name="图片 4" descr="menu.saveimg.savepath201808271606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85" y="4996815"/>
            <a:ext cx="5991860" cy="1701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menu.saveimg.savepath201808271628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85" y="337820"/>
            <a:ext cx="8316595" cy="6182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menu.saveimg.savepath201808281136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" y="967740"/>
            <a:ext cx="8864600" cy="4922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menu.saveimg.savepath20180828115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35" y="909955"/>
            <a:ext cx="7771130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menu.saveimg.savepath20180828134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1177290"/>
            <a:ext cx="8399780" cy="3970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旅行售货员问题</dc:title>
  <dc:creator>fengqiang</dc:creator>
  <cp:lastModifiedBy>朱雄伟</cp:lastModifiedBy>
  <cp:revision>30</cp:revision>
  <dcterms:created xsi:type="dcterms:W3CDTF">2018-07-22T03:42:00Z</dcterms:created>
  <dcterms:modified xsi:type="dcterms:W3CDTF">2018-08-28T05:40:36Z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2052-10.1.0.7469</vt:lpwstr>
  </property>
</Properties>
</file>
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7E8D-9658-4BD5-8889-E1358EE06DC3}" type="datetimeFigureOut">
              <a:rPr lang="zh-CN" altLang="en-US" smtClean="0"/>
              <a:t>2018/8/14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45081-4F3F-4FB2-AAB9-826AB2278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497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7E8D-9658-4BD5-8889-E1358EE06DC3}" type="datetimeFigureOut">
              <a:rPr lang="zh-CN" altLang="en-US" smtClean="0"/>
              <a:t>2018/8/14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45081-4F3F-4FB2-AAB9-826AB2278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712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7E8D-9658-4BD5-8889-E1358EE06DC3}" type="datetimeFigureOut">
              <a:rPr lang="zh-CN" altLang="en-US" smtClean="0"/>
              <a:t>2018/8/14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45081-4F3F-4FB2-AAB9-826AB2278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412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7E8D-9658-4BD5-8889-E1358EE06DC3}" type="datetimeFigureOut">
              <a:rPr lang="zh-CN" altLang="en-US" smtClean="0"/>
              <a:t>2018/8/14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45081-4F3F-4FB2-AAB9-826AB2278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439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7E8D-9658-4BD5-8889-E1358EE06DC3}" type="datetimeFigureOut">
              <a:rPr lang="zh-CN" altLang="en-US" smtClean="0"/>
              <a:t>2018/8/14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45081-4F3F-4FB2-AAB9-826AB2278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242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7E8D-9658-4BD5-8889-E1358EE06DC3}" type="datetimeFigureOut">
              <a:rPr lang="zh-CN" altLang="en-US" smtClean="0"/>
              <a:t>2018/8/14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45081-4F3F-4FB2-AAB9-826AB2278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262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7E8D-9658-4BD5-8889-E1358EE06DC3}" type="datetimeFigureOut">
              <a:rPr lang="zh-CN" altLang="en-US" smtClean="0"/>
              <a:t>2018/8/14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45081-4F3F-4FB2-AAB9-826AB2278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898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7E8D-9658-4BD5-8889-E1358EE06DC3}" type="datetimeFigureOut">
              <a:rPr lang="zh-CN" altLang="en-US" smtClean="0"/>
              <a:t>2018/8/14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45081-4F3F-4FB2-AAB9-826AB2278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4849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7E8D-9658-4BD5-8889-E1358EE06DC3}" type="datetimeFigureOut">
              <a:rPr lang="zh-CN" altLang="en-US" smtClean="0"/>
              <a:t>2018/8/14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45081-4F3F-4FB2-AAB9-826AB2278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267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7E8D-9658-4BD5-8889-E1358EE06DC3}" type="datetimeFigureOut">
              <a:rPr lang="zh-CN" altLang="en-US" smtClean="0"/>
              <a:t>2018/8/14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45081-4F3F-4FB2-AAB9-826AB2278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711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B7E8D-9658-4BD5-8889-E1358EE06DC3}" type="datetimeFigureOut">
              <a:rPr lang="zh-CN" altLang="en-US" smtClean="0"/>
              <a:t>2018/8/14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45081-4F3F-4FB2-AAB9-826AB2278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079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3B7E8D-9658-4BD5-8889-E1358EE06DC3}" type="datetimeFigureOut">
              <a:rPr lang="zh-CN" altLang="en-US" smtClean="0"/>
              <a:t>2018/8/14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945081-4F3F-4FB2-AAB9-826AB2278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6323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如何判断两个链表是否相交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/>
              <a:t>给</a:t>
            </a:r>
            <a:r>
              <a:rPr lang="zh-CN" altLang="en-US" sz="2400" dirty="0" smtClean="0"/>
              <a:t>出链表</a:t>
            </a:r>
            <a:r>
              <a:rPr lang="en-US" altLang="zh-CN" sz="2400" dirty="0" smtClean="0"/>
              <a:t>H1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H2</a:t>
            </a:r>
            <a:r>
              <a:rPr lang="zh-CN" altLang="en-US" sz="2400" dirty="0" smtClean="0"/>
              <a:t>，如何判断</a:t>
            </a:r>
            <a:r>
              <a:rPr lang="en-US" altLang="zh-CN" sz="2400" dirty="0" smtClean="0"/>
              <a:t>H1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H2</a:t>
            </a:r>
            <a:r>
              <a:rPr lang="zh-CN" altLang="en-US" sz="2400" dirty="0" smtClean="0"/>
              <a:t>是否相交。（假设</a:t>
            </a:r>
            <a:r>
              <a:rPr lang="en-US" altLang="zh-CN" sz="2400" dirty="0" smtClean="0"/>
              <a:t>H1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H2</a:t>
            </a:r>
            <a:r>
              <a:rPr lang="zh-CN" altLang="en-US" sz="2400" dirty="0" smtClean="0"/>
              <a:t>都是无环、单向链表）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616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参考解法一：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将</a:t>
            </a:r>
            <a:r>
              <a:rPr lang="en-US" altLang="zh-CN" sz="2400" dirty="0" smtClean="0"/>
              <a:t>H1</a:t>
            </a:r>
            <a:r>
              <a:rPr lang="zh-CN" altLang="en-US" sz="2400" dirty="0" smtClean="0"/>
              <a:t>的头节点与</a:t>
            </a:r>
            <a:r>
              <a:rPr lang="en-US" altLang="zh-CN" sz="2400" dirty="0" smtClean="0"/>
              <a:t>H2</a:t>
            </a:r>
            <a:r>
              <a:rPr lang="zh-CN" altLang="en-US" sz="2400" dirty="0" smtClean="0"/>
              <a:t>的尾节点连接，如果构成环，则相交。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28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参考解法二：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判断</a:t>
            </a:r>
            <a:r>
              <a:rPr lang="en-US" altLang="zh-CN" sz="2400" dirty="0" smtClean="0"/>
              <a:t>H1</a:t>
            </a:r>
            <a:r>
              <a:rPr lang="zh-CN" altLang="en-US" sz="2400" dirty="0"/>
              <a:t>、</a:t>
            </a:r>
            <a:r>
              <a:rPr lang="en-US" altLang="zh-CN" sz="2400" dirty="0"/>
              <a:t>H2</a:t>
            </a:r>
            <a:r>
              <a:rPr lang="zh-CN" altLang="en-US" sz="2400" dirty="0"/>
              <a:t>尾节点的</a:t>
            </a:r>
            <a:r>
              <a:rPr lang="zh-CN" altLang="en-US" sz="2400" dirty="0" smtClean="0"/>
              <a:t>地址是否相同，如果相同，则</a:t>
            </a:r>
            <a:r>
              <a:rPr lang="zh-CN" altLang="en-US" sz="2400" dirty="0"/>
              <a:t>相交。</a:t>
            </a:r>
          </a:p>
          <a:p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ABAA3-21D5-46D5-9E1C-2581454DED4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462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Microsoft Office PowerPoint</Application>
  <PresentationFormat>宽屏</PresentationFormat>
  <Paragraphs>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如何判断两个链表是否相交</vt:lpstr>
      <vt:lpstr>参考解法一： </vt:lpstr>
      <vt:lpstr>参考解法二：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如何判断两个链表是否相交</dc:title>
  <dc:creator>lusuo</dc:creator>
  <cp:lastModifiedBy>lusuo</cp:lastModifiedBy>
  <cp:revision>1</cp:revision>
  <dcterms:created xsi:type="dcterms:W3CDTF">2018-08-14T10:08:01Z</dcterms:created>
  <dcterms:modified xsi:type="dcterms:W3CDTF">2018-08-14T10:08:55Z</dcterms:modified>
</cp:coreProperties>
</file>
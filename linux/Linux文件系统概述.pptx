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15"/>
  </p:notesMasterIdLst>
  <p:handoutMasterIdLst>
    <p:handoutMasterId r:id="rId16"/>
  </p:handoutMasterIdLst>
  <p:sldIdLst>
    <p:sldId id="256" r:id="rId2"/>
    <p:sldId id="263" r:id="rId3"/>
    <p:sldId id="257" r:id="rId4"/>
    <p:sldId id="258" r:id="rId5"/>
    <p:sldId id="267" r:id="rId6"/>
    <p:sldId id="259" r:id="rId7"/>
    <p:sldId id="260" r:id="rId8"/>
    <p:sldId id="261" r:id="rId9"/>
    <p:sldId id="265" r:id="rId10"/>
    <p:sldId id="264" r:id="rId11"/>
    <p:sldId id="266" r:id="rId12"/>
    <p:sldId id="268" r:id="rId13"/>
    <p:sldId id="262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CA4963-F9A4-4950-9E1B-388F5366BA41}" type="datetimeFigureOut">
              <a:rPr lang="zh-CN" altLang="en-US" smtClean="0"/>
              <a:t>2018/8/14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906443-2674-40BB-BD4E-CB08CA2996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809687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330568-AE08-4376-AFA1-32380D17B302}" type="datetimeFigureOut">
              <a:rPr lang="zh-CN" altLang="en-US" smtClean="0"/>
              <a:t>2018/8/14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CB3AF0-7827-4D76-979F-D148498A79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017077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08BD5-A6C0-4AB9-A193-E0DCB54F87A7}" type="datetime1">
              <a:rPr lang="zh-CN" altLang="en-US" smtClean="0"/>
              <a:t>2018/8/14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ABAA3-21D5-46D5-9E1C-2581454DED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950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C74C4-3484-4E76-B6D6-81A39905881D}" type="datetime1">
              <a:rPr lang="zh-CN" altLang="en-US" smtClean="0"/>
              <a:t>2018/8/14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ABAA3-21D5-46D5-9E1C-2581454DED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7964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92FAD-1E0A-4D00-9003-C01AD50A461B}" type="datetime1">
              <a:rPr lang="zh-CN" altLang="en-US" smtClean="0"/>
              <a:t>2018/8/14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ABAA3-21D5-46D5-9E1C-2581454DED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7743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96C7C-F30D-41CD-8C2D-521F6424F15B}" type="datetime1">
              <a:rPr lang="zh-CN" altLang="en-US" smtClean="0"/>
              <a:t>2018/8/14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ABAA3-21D5-46D5-9E1C-2581454DED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0385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0315A-F53A-47CB-8445-353ABD798D3B}" type="datetime1">
              <a:rPr lang="zh-CN" altLang="en-US" smtClean="0"/>
              <a:t>2018/8/14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ABAA3-21D5-46D5-9E1C-2581454DED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8257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3B9D8-8646-4CEC-BB27-CC7497D29BBE}" type="datetime1">
              <a:rPr lang="zh-CN" altLang="en-US" smtClean="0"/>
              <a:t>2018/8/14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ABAA3-21D5-46D5-9E1C-2581454DED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7271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1749B-AA6C-4EFE-857A-CC0C0BFCC6E0}" type="datetime1">
              <a:rPr lang="zh-CN" altLang="en-US" smtClean="0"/>
              <a:t>2018/8/14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ABAA3-21D5-46D5-9E1C-2581454DED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4491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18112-495B-4028-95FA-EF7837C421EE}" type="datetime1">
              <a:rPr lang="zh-CN" altLang="en-US" smtClean="0"/>
              <a:t>2018/8/14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ABAA3-21D5-46D5-9E1C-2581454DED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89045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2000F-873F-49E7-93EA-C86D2BBDDA0F}" type="datetime1">
              <a:rPr lang="zh-CN" altLang="en-US" smtClean="0"/>
              <a:t>2018/8/14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ABAA3-21D5-46D5-9E1C-2581454DED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6189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EE148-2819-4A39-B919-A18E0C2ABF85}" type="datetime1">
              <a:rPr lang="zh-CN" altLang="en-US" smtClean="0"/>
              <a:t>2018/8/14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ABAA3-21D5-46D5-9E1C-2581454DED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70370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0C1E6-B9CD-49B8-9EA1-26ECB205558A}" type="datetime1">
              <a:rPr lang="zh-CN" altLang="en-US" smtClean="0"/>
              <a:t>2018/8/14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ABAA3-21D5-46D5-9E1C-2581454DED4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358532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B9B80-AD4D-466D-A1A2-19EC90830133}" type="datetime1">
              <a:rPr lang="zh-CN" altLang="en-US" smtClean="0"/>
              <a:t>2018/8/14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ABAA3-21D5-46D5-9E1C-2581454DED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35431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509FC-4627-493B-8C24-E64304EF1B36}" type="datetime1">
              <a:rPr lang="zh-CN" altLang="en-US" smtClean="0"/>
              <a:t>2018/8/14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ABAA3-21D5-46D5-9E1C-2581454DED4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025596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8B16D-1CC9-4E49-97B5-BF14DD76FA1F}" type="datetime1">
              <a:rPr lang="zh-CN" altLang="en-US" smtClean="0"/>
              <a:t>2018/8/14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ABAA3-21D5-46D5-9E1C-2581454DED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17460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79A4F-A2B9-4879-9D0C-0B836AC7AD61}" type="datetime1">
              <a:rPr lang="zh-CN" altLang="en-US" smtClean="0"/>
              <a:t>2018/8/14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ABAA3-21D5-46D5-9E1C-2581454DED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26432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B1B7C-650C-4EA5-9229-5CA872AB2B7C}" type="datetime1">
              <a:rPr lang="zh-CN" altLang="en-US" smtClean="0"/>
              <a:t>2018/8/14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ABAA3-21D5-46D5-9E1C-2581454DED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35813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C3BBFC-B087-436D-A21C-59DB8C452404}" type="datetime1">
              <a:rPr lang="zh-CN" altLang="en-US" smtClean="0"/>
              <a:t>2018/8/14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B7ABAA3-21D5-46D5-9E1C-2581454DED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924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Linux</a:t>
            </a:r>
            <a:r>
              <a:rPr lang="zh-CN" altLang="en-US" dirty="0"/>
              <a:t>文件系统概述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 smtClean="0"/>
              <a:t>卢锁</a:t>
            </a:r>
            <a:endParaRPr lang="en-US" altLang="zh-CN" dirty="0" smtClean="0"/>
          </a:p>
          <a:p>
            <a:r>
              <a:rPr lang="en-US" altLang="zh-CN" dirty="0" smtClean="0"/>
              <a:t>2018.08.14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ABAA3-21D5-46D5-9E1C-2581454DED4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41029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Linux</a:t>
            </a:r>
            <a:r>
              <a:rPr lang="zh-CN" altLang="en-US" dirty="0" smtClean="0"/>
              <a:t>文件系统概述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0692" y="2592345"/>
            <a:ext cx="4949951" cy="2493002"/>
          </a:xfrm>
          <a:prstGeom prst="rect">
            <a:avLst/>
          </a:prstGeom>
        </p:spPr>
      </p:pic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ABAA3-21D5-46D5-9E1C-2581454DED48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06488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Linux</a:t>
            </a:r>
            <a:r>
              <a:rPr lang="zh-CN" altLang="en-US" dirty="0" smtClean="0"/>
              <a:t>：一切都是文件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" name="图片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1930400"/>
            <a:ext cx="8723340" cy="3869662"/>
          </a:xfrm>
          <a:prstGeom prst="rect">
            <a:avLst/>
          </a:prstGeom>
        </p:spPr>
      </p:pic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ABAA3-21D5-46D5-9E1C-2581454DED4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79815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Linux</a:t>
            </a:r>
            <a:r>
              <a:rPr lang="zh-CN" altLang="en-US" dirty="0" smtClean="0"/>
              <a:t>文件系统层次划分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930" y="1620253"/>
            <a:ext cx="8615111" cy="4764505"/>
          </a:xfrm>
          <a:prstGeom prst="rect">
            <a:avLst/>
          </a:prstGeom>
        </p:spPr>
      </p:pic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ABAA3-21D5-46D5-9E1C-2581454DED4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55948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Linux MTD</a:t>
            </a:r>
            <a:r>
              <a:rPr lang="zh-CN" altLang="en-US" dirty="0" smtClean="0"/>
              <a:t>简介</a:t>
            </a:r>
            <a:endParaRPr lang="zh-CN" altLang="en-US" dirty="0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5755" y="2160588"/>
            <a:ext cx="7394908" cy="3881437"/>
          </a:xfr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ABAA3-21D5-46D5-9E1C-2581454DED48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80995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Linux</a:t>
            </a:r>
            <a:r>
              <a:rPr lang="zh-CN" altLang="en-US" dirty="0"/>
              <a:t>文件系统层次划分</a:t>
            </a:r>
            <a:r>
              <a:rPr lang="zh-CN" altLang="en-US" dirty="0" smtClean="0"/>
              <a:t>（续）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" y="1540043"/>
            <a:ext cx="8550442" cy="4668252"/>
          </a:xfrm>
          <a:prstGeom prst="rect">
            <a:avLst/>
          </a:prstGeom>
        </p:spPr>
      </p:pic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ABAA3-21D5-46D5-9E1C-2581454DED4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9153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Linux</a:t>
            </a:r>
            <a:r>
              <a:rPr lang="zh-CN" altLang="en-US" dirty="0" smtClean="0"/>
              <a:t>文件虚拟文件系统（</a:t>
            </a:r>
            <a:r>
              <a:rPr lang="en-US" altLang="zh-CN" dirty="0" smtClean="0"/>
              <a:t>VFS</a:t>
            </a:r>
            <a:r>
              <a:rPr lang="zh-CN" altLang="en-US" dirty="0" smtClean="0"/>
              <a:t>）</a:t>
            </a:r>
            <a:r>
              <a:rPr lang="zh-CN" altLang="en-US" dirty="0"/>
              <a:t/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400" dirty="0" smtClean="0"/>
              <a:t>VFS</a:t>
            </a:r>
            <a:r>
              <a:rPr lang="zh-CN" altLang="en-US" sz="2400" dirty="0" smtClean="0"/>
              <a:t>是</a:t>
            </a:r>
            <a:r>
              <a:rPr lang="en-US" altLang="zh-CN" sz="2400" dirty="0" smtClean="0"/>
              <a:t>Linux</a:t>
            </a:r>
            <a:r>
              <a:rPr lang="zh-CN" altLang="en-US" sz="2400" dirty="0" smtClean="0"/>
              <a:t>“一切都是文件”实现的基础。</a:t>
            </a:r>
            <a:endParaRPr lang="en-US" altLang="zh-CN" sz="2400" dirty="0" smtClean="0"/>
          </a:p>
          <a:p>
            <a:r>
              <a:rPr lang="en-US" altLang="zh-CN" sz="2400" dirty="0"/>
              <a:t>VFS</a:t>
            </a:r>
            <a:r>
              <a:rPr lang="zh-CN" altLang="zh-CN" sz="2400" dirty="0"/>
              <a:t>即虚拟</a:t>
            </a:r>
            <a:r>
              <a:rPr lang="zh-CN" altLang="zh-CN" sz="2400" dirty="0" smtClean="0"/>
              <a:t>文件系统</a:t>
            </a:r>
            <a:r>
              <a:rPr lang="zh-CN" altLang="en-US" sz="2400" dirty="0" smtClean="0"/>
              <a:t>，</a:t>
            </a:r>
            <a:r>
              <a:rPr lang="zh-CN" altLang="zh-CN" sz="2400" dirty="0" smtClean="0"/>
              <a:t>是</a:t>
            </a:r>
            <a:r>
              <a:rPr lang="en-US" altLang="zh-CN" sz="2400" dirty="0"/>
              <a:t>Linux</a:t>
            </a:r>
            <a:r>
              <a:rPr lang="zh-CN" altLang="zh-CN" sz="2400" dirty="0"/>
              <a:t>文件系统中的一个抽象软件层。因为它的存在，众多不同的实际文件系统才能在</a:t>
            </a:r>
            <a:r>
              <a:rPr lang="en-US" altLang="zh-CN" sz="2400" dirty="0"/>
              <a:t>Linux</a:t>
            </a:r>
            <a:r>
              <a:rPr lang="zh-CN" altLang="zh-CN" sz="2400" dirty="0"/>
              <a:t>中共存，跨文件系统操作才能实现。 </a:t>
            </a:r>
          </a:p>
          <a:p>
            <a:r>
              <a:rPr lang="en-US" altLang="zh-CN" sz="2400" dirty="0"/>
              <a:t>VFS</a:t>
            </a:r>
            <a:r>
              <a:rPr lang="zh-CN" altLang="zh-CN" sz="2400" dirty="0"/>
              <a:t>向</a:t>
            </a:r>
            <a:r>
              <a:rPr lang="en-US" altLang="zh-CN" sz="2400" dirty="0"/>
              <a:t>Linux</a:t>
            </a:r>
            <a:r>
              <a:rPr lang="zh-CN" altLang="zh-CN" sz="2400" dirty="0"/>
              <a:t>中不管是普通的文件还是目录、设备、套接字等 都提供同样的操作界面，如打开、读写、关闭等。只有当把控制权传给实际的文件系统时，实际的文件系统才会做出区分，对不同的文件类型执行不同的操作。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ABAA3-21D5-46D5-9E1C-2581454DED4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29063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基于</a:t>
            </a:r>
            <a:r>
              <a:rPr lang="en-US" altLang="zh-CN" dirty="0" smtClean="0"/>
              <a:t>VFS</a:t>
            </a:r>
            <a:r>
              <a:rPr lang="zh-CN" altLang="en-US" dirty="0" smtClean="0"/>
              <a:t>的</a:t>
            </a:r>
            <a:r>
              <a:rPr lang="en-US" altLang="zh-CN" dirty="0" smtClean="0"/>
              <a:t>read()</a:t>
            </a:r>
            <a:r>
              <a:rPr lang="zh-CN" altLang="en-US" dirty="0" smtClean="0"/>
              <a:t>流程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3138" y="2125947"/>
            <a:ext cx="7491663" cy="2342147"/>
          </a:xfrm>
          <a:prstGeom prst="rect">
            <a:avLst/>
          </a:prstGeom>
        </p:spPr>
      </p:pic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ABAA3-21D5-46D5-9E1C-2581454DED4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38058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基于</a:t>
            </a:r>
            <a:r>
              <a:rPr lang="en-US" altLang="zh-CN" dirty="0"/>
              <a:t>VFS</a:t>
            </a:r>
            <a:r>
              <a:rPr lang="zh-CN" altLang="en-US" dirty="0" smtClean="0"/>
              <a:t>的字符设备模型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69679" y="1828800"/>
            <a:ext cx="6299072" cy="4087272"/>
          </a:xfrm>
          <a:prstGeom prst="rect">
            <a:avLst/>
          </a:prstGeom>
        </p:spPr>
      </p:pic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ABAA3-21D5-46D5-9E1C-2581454DED4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52373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Linux</a:t>
            </a:r>
            <a:r>
              <a:rPr lang="zh-CN" altLang="en-US" dirty="0" smtClean="0"/>
              <a:t>常见的文件系统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400" dirty="0" smtClean="0"/>
              <a:t>EXT3</a:t>
            </a:r>
            <a:r>
              <a:rPr lang="zh-CN" altLang="en-US" sz="2400" dirty="0" smtClean="0"/>
              <a:t>，由</a:t>
            </a:r>
            <a:r>
              <a:rPr lang="en-US" altLang="zh-CN" sz="2400" dirty="0" smtClean="0"/>
              <a:t>EXT</a:t>
            </a:r>
            <a:r>
              <a:rPr lang="zh-CN" altLang="en-US" sz="2400" dirty="0" smtClean="0"/>
              <a:t>发展而来，较后者更加安全，是</a:t>
            </a:r>
            <a:r>
              <a:rPr lang="zh-CN" altLang="en-US" sz="2400" dirty="0"/>
              <a:t>一</a:t>
            </a:r>
            <a:r>
              <a:rPr lang="zh-CN" altLang="en-US" sz="2400" dirty="0" smtClean="0"/>
              <a:t>种优秀的日志</a:t>
            </a:r>
            <a:r>
              <a:rPr lang="zh-CN" altLang="en-US" sz="2400" dirty="0"/>
              <a:t>式</a:t>
            </a:r>
            <a:r>
              <a:rPr lang="zh-CN" altLang="en-US" sz="2400" dirty="0" smtClean="0"/>
              <a:t>文件系统。</a:t>
            </a:r>
            <a:endParaRPr lang="en-US" altLang="zh-CN" sz="2400" dirty="0" smtClean="0"/>
          </a:p>
          <a:p>
            <a:r>
              <a:rPr lang="en-US" altLang="zh-CN" sz="2400" dirty="0" smtClean="0"/>
              <a:t>EXT4</a:t>
            </a:r>
            <a:r>
              <a:rPr lang="zh-CN" altLang="en-US" sz="2400" dirty="0" smtClean="0"/>
              <a:t>，</a:t>
            </a:r>
            <a:r>
              <a:rPr lang="zh-CN" altLang="en-US" sz="2400" dirty="0"/>
              <a:t>在</a:t>
            </a:r>
            <a:r>
              <a:rPr lang="zh-CN" altLang="en-US" sz="2400" dirty="0"/>
              <a:t>性能、伸缩性和可靠性方面进行了大量</a:t>
            </a:r>
            <a:r>
              <a:rPr lang="zh-CN" altLang="en-US" sz="2400" dirty="0"/>
              <a:t>改进，</a:t>
            </a:r>
            <a:r>
              <a:rPr lang="zh-CN" altLang="en-US" sz="2400" dirty="0"/>
              <a:t>支持 </a:t>
            </a:r>
            <a:r>
              <a:rPr lang="en-US" altLang="zh-CN" sz="2400" dirty="0"/>
              <a:t>1 EB </a:t>
            </a:r>
            <a:r>
              <a:rPr lang="zh-CN" altLang="en-US" sz="2400" dirty="0"/>
              <a:t>的</a:t>
            </a:r>
            <a:r>
              <a:rPr lang="zh-CN" altLang="en-US" sz="2400" dirty="0"/>
              <a:t>文件，</a:t>
            </a:r>
            <a:r>
              <a:rPr lang="zh-CN" altLang="en-US" sz="2400" dirty="0"/>
              <a:t>并引入到 </a:t>
            </a:r>
            <a:r>
              <a:rPr lang="en-US" altLang="zh-CN" sz="2400" dirty="0"/>
              <a:t>2.6.19 </a:t>
            </a:r>
            <a:r>
              <a:rPr lang="zh-CN" altLang="en-US" sz="2400" dirty="0"/>
              <a:t>内核</a:t>
            </a:r>
            <a:r>
              <a:rPr lang="zh-CN" altLang="en-US" sz="2400" dirty="0" smtClean="0"/>
              <a:t>中。</a:t>
            </a:r>
            <a:endParaRPr lang="en-US" altLang="zh-CN" sz="240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ABAA3-21D5-46D5-9E1C-2581454DED48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76836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Linux</a:t>
            </a:r>
            <a:r>
              <a:rPr lang="zh-CN" altLang="en-US" dirty="0"/>
              <a:t>常见的</a:t>
            </a:r>
            <a:r>
              <a:rPr lang="zh-CN" altLang="en-US" dirty="0" smtClean="0"/>
              <a:t>文件系统（续）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400" dirty="0"/>
              <a:t>JFFS2</a:t>
            </a:r>
            <a:r>
              <a:rPr lang="zh-CN" altLang="en-US" sz="2400" dirty="0"/>
              <a:t>，常用的嵌入式日志文件系统之一，提供了闪存扇区级别上更好的擦除</a:t>
            </a:r>
            <a:r>
              <a:rPr lang="en-US" altLang="zh-CN" sz="2400" dirty="0"/>
              <a:t>/</a:t>
            </a:r>
            <a:r>
              <a:rPr lang="zh-CN" altLang="en-US" sz="2400" dirty="0"/>
              <a:t>读</a:t>
            </a:r>
            <a:r>
              <a:rPr lang="en-US" altLang="zh-CN" sz="2400" dirty="0"/>
              <a:t>/</a:t>
            </a:r>
            <a:r>
              <a:rPr lang="zh-CN" altLang="en-US" sz="2400" dirty="0"/>
              <a:t>写性能，还提供了更好的崩溃</a:t>
            </a:r>
            <a:r>
              <a:rPr lang="en-US" altLang="zh-CN" sz="2400" dirty="0"/>
              <a:t>/</a:t>
            </a:r>
            <a:r>
              <a:rPr lang="zh-CN" altLang="en-US" sz="2400" dirty="0"/>
              <a:t>掉电保护机制</a:t>
            </a:r>
            <a:r>
              <a:rPr lang="zh-CN" altLang="en-US" sz="2400" dirty="0" smtClean="0"/>
              <a:t>。缺点：启动时需要扫描日志节点，日志节点随着</a:t>
            </a:r>
            <a:r>
              <a:rPr lang="en-US" altLang="zh-CN" sz="2400" dirty="0" err="1" smtClean="0"/>
              <a:t>Nand</a:t>
            </a:r>
            <a:r>
              <a:rPr lang="en-US" altLang="zh-CN" sz="2400" dirty="0" smtClean="0"/>
              <a:t> Flash</a:t>
            </a:r>
            <a:r>
              <a:rPr lang="zh-CN" altLang="en-US" sz="2400" dirty="0" smtClean="0"/>
              <a:t>容量的增大而增大，对于大容量的</a:t>
            </a:r>
            <a:r>
              <a:rPr lang="en-US" altLang="zh-CN" sz="2400" dirty="0" err="1" smtClean="0"/>
              <a:t>Nand</a:t>
            </a:r>
            <a:r>
              <a:rPr lang="en-US" altLang="zh-CN" sz="2400" dirty="0" smtClean="0"/>
              <a:t> Flash</a:t>
            </a:r>
            <a:r>
              <a:rPr lang="zh-CN" altLang="en-US" sz="2400" dirty="0" smtClean="0"/>
              <a:t>来说，扫描过程耗时较长。</a:t>
            </a:r>
            <a:endParaRPr lang="zh-CN" altLang="en-US" sz="2400" dirty="0"/>
          </a:p>
          <a:p>
            <a:r>
              <a:rPr lang="en-US" altLang="zh-CN" sz="2400" dirty="0" err="1" smtClean="0"/>
              <a:t>Yaffs</a:t>
            </a:r>
            <a:r>
              <a:rPr lang="zh-CN" altLang="en-US" sz="2400" dirty="0" smtClean="0"/>
              <a:t>，专门为</a:t>
            </a:r>
            <a:r>
              <a:rPr lang="en-US" altLang="zh-CN" sz="2400" dirty="0" err="1" smtClean="0"/>
              <a:t>Nand</a:t>
            </a:r>
            <a:r>
              <a:rPr lang="en-US" altLang="zh-CN" sz="2400" dirty="0" smtClean="0"/>
              <a:t> Flash</a:t>
            </a:r>
            <a:r>
              <a:rPr lang="zh-CN" altLang="en-US" sz="2400" dirty="0" smtClean="0"/>
              <a:t>设计的日志文件系统，提供磨损平衡和掉电恢复机制。在修改文件时，总是先写入新的数据块，再将旧的数据块擦除。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ABAA3-21D5-46D5-9E1C-2581454DED48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29886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Nand</a:t>
            </a:r>
            <a:r>
              <a:rPr lang="en-US" altLang="zh-CN" dirty="0" smtClean="0"/>
              <a:t> Flash vs Nor Flash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400" dirty="0" smtClean="0"/>
              <a:t>Nor Flash:</a:t>
            </a:r>
            <a:r>
              <a:rPr lang="zh-CN" altLang="en-US" sz="2400" dirty="0" smtClean="0"/>
              <a:t>寿命长，擦写次数</a:t>
            </a:r>
            <a:r>
              <a:rPr lang="en-US" altLang="zh-CN" sz="2400" dirty="0" smtClean="0"/>
              <a:t>100</a:t>
            </a:r>
            <a:r>
              <a:rPr lang="zh-CN" altLang="en-US" sz="2400" dirty="0" smtClean="0"/>
              <a:t>万次，存储密度低，可靠性高，随机读写性能较好，连续读写性能较差；成本高。</a:t>
            </a:r>
            <a:endParaRPr lang="en-US" altLang="zh-CN" sz="2400" dirty="0" smtClean="0"/>
          </a:p>
          <a:p>
            <a:r>
              <a:rPr lang="en-US" altLang="zh-CN" sz="2400" dirty="0" err="1" smtClean="0"/>
              <a:t>Nand</a:t>
            </a:r>
            <a:r>
              <a:rPr lang="en-US" altLang="zh-CN" sz="2400" dirty="0" smtClean="0"/>
              <a:t> Flash</a:t>
            </a:r>
            <a:r>
              <a:rPr lang="zh-CN" altLang="en-US" sz="2400" dirty="0" smtClean="0"/>
              <a:t>：寿命较短，擦写次数</a:t>
            </a:r>
            <a:r>
              <a:rPr lang="en-US" altLang="zh-CN" sz="2400" dirty="0" smtClean="0"/>
              <a:t>10</a:t>
            </a:r>
            <a:r>
              <a:rPr lang="zh-CN" altLang="en-US" sz="2400" dirty="0" smtClean="0"/>
              <a:t>万次，存储密度大，可靠性较低</a:t>
            </a:r>
            <a:r>
              <a:rPr lang="zh-CN" altLang="en-US" sz="2400" dirty="0"/>
              <a:t>，</a:t>
            </a:r>
            <a:r>
              <a:rPr lang="zh-CN" altLang="en-US" sz="2400" dirty="0" smtClean="0"/>
              <a:t>随机</a:t>
            </a:r>
            <a:r>
              <a:rPr lang="zh-CN" altLang="en-US" sz="2400" dirty="0"/>
              <a:t>读写</a:t>
            </a:r>
            <a:r>
              <a:rPr lang="zh-CN" altLang="en-US" sz="2400" dirty="0" smtClean="0"/>
              <a:t>性能</a:t>
            </a:r>
            <a:r>
              <a:rPr lang="zh-CN" altLang="en-US" sz="2400" dirty="0"/>
              <a:t>差</a:t>
            </a:r>
            <a:r>
              <a:rPr lang="zh-CN" altLang="en-US" sz="2400" dirty="0" smtClean="0"/>
              <a:t>，</a:t>
            </a:r>
            <a:r>
              <a:rPr lang="zh-CN" altLang="en-US" sz="2400" dirty="0"/>
              <a:t>连续读写</a:t>
            </a:r>
            <a:r>
              <a:rPr lang="zh-CN" altLang="en-US" sz="2400" dirty="0" smtClean="0"/>
              <a:t>性能</a:t>
            </a:r>
            <a:r>
              <a:rPr lang="zh-CN" altLang="en-US" sz="2400" dirty="0"/>
              <a:t>好</a:t>
            </a:r>
            <a:r>
              <a:rPr lang="zh-CN" altLang="en-US" sz="2400" dirty="0" smtClean="0"/>
              <a:t>；成本低。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ABAA3-21D5-46D5-9E1C-2581454DED48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28008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7334" y="1055077"/>
            <a:ext cx="8596668" cy="4986285"/>
          </a:xfrm>
        </p:spPr>
        <p:txBody>
          <a:bodyPr/>
          <a:lstStyle/>
          <a:p>
            <a:pPr marL="0" indent="0">
              <a:buNone/>
            </a:pPr>
            <a:endParaRPr lang="en-US" altLang="zh-CN" sz="9600" i="1" dirty="0" smtClean="0"/>
          </a:p>
          <a:p>
            <a:pPr marL="0" indent="0">
              <a:buNone/>
            </a:pPr>
            <a:r>
              <a:rPr lang="en-US" altLang="zh-CN" sz="9600" i="1" dirty="0"/>
              <a:t>	</a:t>
            </a:r>
            <a:r>
              <a:rPr lang="en-US" altLang="zh-CN" sz="9600" i="1" dirty="0" smtClean="0"/>
              <a:t>					</a:t>
            </a:r>
            <a:r>
              <a:rPr lang="zh-CN" altLang="en-US" sz="9600" i="1" dirty="0" smtClean="0"/>
              <a:t>谢谢！</a:t>
            </a:r>
            <a:endParaRPr lang="zh-CN" altLang="en-US" sz="9600" i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ABAA3-21D5-46D5-9E1C-2581454DED48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9542271"/>
      </p:ext>
    </p:extLst>
  </p:cSld>
  <p:clrMapOvr>
    <a:masterClrMapping/>
  </p:clrMapOvr>
</p:sld>
</file>

<file path=ppt/theme/theme1.xml><?xml version="1.0" encoding="utf-8"?>
<a:theme xmlns:a="http://schemas.openxmlformats.org/drawingml/2006/main" name="平面">
  <a:themeElements>
    <a:clrScheme name="平面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平面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平面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82</TotalTime>
  <Words>409</Words>
  <Application>Microsoft Office PowerPoint</Application>
  <PresentationFormat>宽屏</PresentationFormat>
  <Paragraphs>38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0" baseType="lpstr">
      <vt:lpstr>等线</vt:lpstr>
      <vt:lpstr>方正姚体</vt:lpstr>
      <vt:lpstr>华文新魏</vt:lpstr>
      <vt:lpstr>Arial</vt:lpstr>
      <vt:lpstr>Trebuchet MS</vt:lpstr>
      <vt:lpstr>Wingdings 3</vt:lpstr>
      <vt:lpstr>平面</vt:lpstr>
      <vt:lpstr>Linux文件系统概述</vt:lpstr>
      <vt:lpstr>Linux文件系统概述</vt:lpstr>
      <vt:lpstr>Linux：一切都是文件</vt:lpstr>
      <vt:lpstr>Linux文件系统层次划分</vt:lpstr>
      <vt:lpstr>Linux MTD简介</vt:lpstr>
      <vt:lpstr>Linux文件系统层次划分（续）</vt:lpstr>
      <vt:lpstr>Linux文件虚拟文件系统（VFS） </vt:lpstr>
      <vt:lpstr>基于VFS的read()流程</vt:lpstr>
      <vt:lpstr>基于VFS的字符设备模型</vt:lpstr>
      <vt:lpstr>Linux常见的文件系统</vt:lpstr>
      <vt:lpstr>Linux常见的文件系统（续）</vt:lpstr>
      <vt:lpstr>Nand Flash vs Nor Flash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lusuo</dc:creator>
  <cp:lastModifiedBy>lusuo</cp:lastModifiedBy>
  <cp:revision>51</cp:revision>
  <dcterms:created xsi:type="dcterms:W3CDTF">2018-08-14T08:58:26Z</dcterms:created>
  <dcterms:modified xsi:type="dcterms:W3CDTF">2018-08-14T10:20:29Z</dcterms:modified>
</cp:coreProperties>
</file>
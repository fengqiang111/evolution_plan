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3"/>
  </p:notesMasterIdLst>
  <p:handoutMasterIdLst>
    <p:handoutMasterId r:id="rId14"/>
  </p:handoutMasterIdLst>
  <p:sldIdLst>
    <p:sldId id="256" r:id="rId2"/>
    <p:sldId id="259" r:id="rId3"/>
    <p:sldId id="263" r:id="rId4"/>
    <p:sldId id="266" r:id="rId5"/>
    <p:sldId id="268" r:id="rId6"/>
    <p:sldId id="267" r:id="rId7"/>
    <p:sldId id="269" r:id="rId8"/>
    <p:sldId id="270" r:id="rId9"/>
    <p:sldId id="271" r:id="rId10"/>
    <p:sldId id="272" r:id="rId11"/>
    <p:sldId id="26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CA4963-F9A4-4950-9E1B-388F5366BA41}" type="datetimeFigureOut">
              <a:rPr lang="zh-CN" altLang="en-US" smtClean="0"/>
              <a:t>2018/9/11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906443-2674-40BB-BD4E-CB08CA299647}" type="slidenum">
              <a:rPr lang="zh-CN" altLang="en-US" smtClean="0"/>
              <a:t>‹#›</a:t>
            </a:fld>
            <a:endParaRPr lang="zh-CN" altLang="en-US"/>
          </a:p>
        </p:txBody>
      </p:sp>
    </p:spTree>
    <p:extLst>
      <p:ext uri="{BB962C8B-B14F-4D97-AF65-F5344CB8AC3E}">
        <p14:creationId xmlns:p14="http://schemas.microsoft.com/office/powerpoint/2010/main" val="4680968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30568-AE08-4376-AFA1-32380D17B302}" type="datetimeFigureOut">
              <a:rPr lang="zh-CN" altLang="en-US" smtClean="0"/>
              <a:t>2018/9/11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B3AF0-7827-4D76-979F-D148498A79BC}" type="slidenum">
              <a:rPr lang="zh-CN" altLang="en-US" smtClean="0"/>
              <a:t>‹#›</a:t>
            </a:fld>
            <a:endParaRPr lang="zh-CN" altLang="en-US"/>
          </a:p>
        </p:txBody>
      </p:sp>
    </p:spTree>
    <p:extLst>
      <p:ext uri="{BB962C8B-B14F-4D97-AF65-F5344CB8AC3E}">
        <p14:creationId xmlns:p14="http://schemas.microsoft.com/office/powerpoint/2010/main" val="14701707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A84987DF-784E-4822-B2BA-18964F5CD766}"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240950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86FB62-BB31-4F90-A4CD-C849EAD7BCC0}"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242796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F468EF50-9F22-4727-BBC7-9101A4C43EE3}"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1447743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715FA17-6848-464A-9660-E8598EF81895}" type="datetime1">
              <a:rPr lang="zh-CN" altLang="en-US" smtClean="0"/>
              <a:t>2018/9/11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3960385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263B20D3-BAF1-47AE-8313-201CE71A6DDA}" type="datetime1">
              <a:rPr lang="zh-CN" altLang="en-US" smtClean="0"/>
              <a:t>2018/9/11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3718257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FC21AA9-8154-4FB3-98F8-1B8DEA69A30F}" type="datetime1">
              <a:rPr lang="zh-CN" altLang="en-US" smtClean="0"/>
              <a:t>2018/9/11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293727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1333DC-B2A5-4F7B-840E-9A5BEE4030E0}" type="datetime1">
              <a:rPr lang="zh-CN" altLang="en-US" smtClean="0"/>
              <a:t>2018/9/11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2554491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7A27536-E854-42AC-BF23-4C4C445CCA69}" type="datetime1">
              <a:rPr lang="zh-CN" altLang="en-US" smtClean="0"/>
              <a:t>2018/9/11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2448904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FB542D7-18DA-4FEC-BDD9-0BE55AE0EA0C}" type="datetime1">
              <a:rPr lang="zh-CN" altLang="en-US" smtClean="0"/>
              <a:t>2018/9/11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4006189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21C5CB7C-D96A-48C2-AE98-773CD89835EF}"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3717037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60C34CA-239F-4E86-9F7D-7CE821990035}"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35853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734C0294-F207-410C-88B1-1F04B1013B8D}"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1823543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5052836C-1101-4E3A-94B8-DD5EB556B35B}"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02559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C57CD078-BC0F-47C8-AD8D-3ABA9C4A3997}"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1511746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5932B09-85DF-458C-BAF1-FFC4FCD5286F}"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3042643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6646689-F07A-4420-8A9E-066A1A1D67E7}" type="datetime1">
              <a:rPr lang="zh-CN" altLang="en-US" smtClean="0"/>
              <a:t>2018/9/11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1923581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2C64F43-4460-4C77-9362-DB7ED5CBFEC3}" type="datetime1">
              <a:rPr lang="zh-CN" altLang="en-US" smtClean="0"/>
              <a:t>2018/9/11</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B7ABAA3-21D5-46D5-9E1C-2581454DED48}" type="slidenum">
              <a:rPr lang="zh-CN" altLang="en-US" smtClean="0"/>
              <a:t>‹#›</a:t>
            </a:fld>
            <a:endParaRPr lang="zh-CN" altLang="en-US"/>
          </a:p>
        </p:txBody>
      </p:sp>
    </p:spTree>
    <p:extLst>
      <p:ext uri="{BB962C8B-B14F-4D97-AF65-F5344CB8AC3E}">
        <p14:creationId xmlns:p14="http://schemas.microsoft.com/office/powerpoint/2010/main" val="7792440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Linux</a:t>
            </a:r>
            <a:r>
              <a:rPr lang="zh-CN" altLang="en-US" dirty="0" smtClean="0"/>
              <a:t>文件系统（二）</a:t>
            </a:r>
            <a:endParaRPr lang="zh-CN" altLang="en-US" dirty="0"/>
          </a:p>
        </p:txBody>
      </p:sp>
      <p:sp>
        <p:nvSpPr>
          <p:cNvPr id="3" name="副标题 2"/>
          <p:cNvSpPr>
            <a:spLocks noGrp="1"/>
          </p:cNvSpPr>
          <p:nvPr>
            <p:ph type="subTitle" idx="1"/>
          </p:nvPr>
        </p:nvSpPr>
        <p:spPr/>
        <p:txBody>
          <a:bodyPr/>
          <a:lstStyle/>
          <a:p>
            <a:r>
              <a:rPr lang="zh-CN" altLang="en-US" dirty="0" smtClean="0"/>
              <a:t>卢锁</a:t>
            </a:r>
            <a:endParaRPr lang="en-US" altLang="zh-CN" dirty="0" smtClean="0"/>
          </a:p>
          <a:p>
            <a:r>
              <a:rPr lang="en-US" altLang="zh-CN" dirty="0" smtClean="0"/>
              <a:t>2018.09.11</a:t>
            </a:r>
          </a:p>
          <a:p>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1</a:t>
            </a:fld>
            <a:endParaRPr lang="zh-CN" altLang="en-US"/>
          </a:p>
        </p:txBody>
      </p:sp>
    </p:spTree>
    <p:extLst>
      <p:ext uri="{BB962C8B-B14F-4D97-AF65-F5344CB8AC3E}">
        <p14:creationId xmlns:p14="http://schemas.microsoft.com/office/powerpoint/2010/main" val="2024102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内容回顾</a:t>
            </a:r>
            <a:r>
              <a:rPr lang="en-US" altLang="zh-CN" dirty="0" smtClean="0"/>
              <a:t>--Linux</a:t>
            </a:r>
            <a:r>
              <a:rPr lang="zh-CN" altLang="en-US" dirty="0" smtClean="0"/>
              <a:t>文件系统概述</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609599" y="1540043"/>
            <a:ext cx="8550442" cy="4668252"/>
          </a:xfrm>
          <a:prstGeom prst="rect">
            <a:avLst/>
          </a:prstGeom>
        </p:spPr>
      </p:pic>
      <p:sp>
        <p:nvSpPr>
          <p:cNvPr id="5" name="灯片编号占位符 4"/>
          <p:cNvSpPr>
            <a:spLocks noGrp="1"/>
          </p:cNvSpPr>
          <p:nvPr>
            <p:ph type="sldNum" sz="quarter" idx="12"/>
          </p:nvPr>
        </p:nvSpPr>
        <p:spPr/>
        <p:txBody>
          <a:bodyPr/>
          <a:lstStyle/>
          <a:p>
            <a:fld id="{BB7ABAA3-21D5-46D5-9E1C-2581454DED48}" type="slidenum">
              <a:rPr lang="zh-CN" altLang="en-US" smtClean="0"/>
              <a:t>2</a:t>
            </a:fld>
            <a:endParaRPr lang="zh-CN" altLang="en-US"/>
          </a:p>
        </p:txBody>
      </p:sp>
    </p:spTree>
    <p:extLst>
      <p:ext uri="{BB962C8B-B14F-4D97-AF65-F5344CB8AC3E}">
        <p14:creationId xmlns:p14="http://schemas.microsoft.com/office/powerpoint/2010/main" val="363915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内容回顾</a:t>
            </a:r>
            <a:r>
              <a:rPr lang="en-US" altLang="zh-CN" dirty="0"/>
              <a:t>-- Linux </a:t>
            </a:r>
            <a:r>
              <a:rPr lang="en-US" altLang="zh-CN" dirty="0" smtClean="0"/>
              <a:t>MTD</a:t>
            </a:r>
            <a:r>
              <a:rPr lang="zh-CN" altLang="en-US" dirty="0" smtClean="0"/>
              <a:t>简介</a:t>
            </a:r>
            <a:endParaRPr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5755" y="2160588"/>
            <a:ext cx="7394908" cy="3881437"/>
          </a:xfrm>
        </p:spPr>
      </p:pic>
      <p:sp>
        <p:nvSpPr>
          <p:cNvPr id="4" name="灯片编号占位符 3"/>
          <p:cNvSpPr>
            <a:spLocks noGrp="1"/>
          </p:cNvSpPr>
          <p:nvPr>
            <p:ph type="sldNum" sz="quarter" idx="12"/>
          </p:nvPr>
        </p:nvSpPr>
        <p:spPr/>
        <p:txBody>
          <a:bodyPr/>
          <a:lstStyle/>
          <a:p>
            <a:fld id="{BB7ABAA3-21D5-46D5-9E1C-2581454DED48}" type="slidenum">
              <a:rPr lang="zh-CN" altLang="en-US" smtClean="0"/>
              <a:t>3</a:t>
            </a:fld>
            <a:endParaRPr lang="zh-CN" altLang="en-US"/>
          </a:p>
        </p:txBody>
      </p:sp>
    </p:spTree>
    <p:extLst>
      <p:ext uri="{BB962C8B-B14F-4D97-AF65-F5344CB8AC3E}">
        <p14:creationId xmlns:p14="http://schemas.microsoft.com/office/powerpoint/2010/main" val="34254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 </a:t>
            </a:r>
            <a:r>
              <a:rPr lang="zh-CN" altLang="en-US" dirty="0" smtClean="0"/>
              <a:t>文件系统之</a:t>
            </a:r>
            <a:r>
              <a:rPr lang="en-US" altLang="zh-CN" dirty="0" err="1" smtClean="0"/>
              <a:t>sysfs</a:t>
            </a:r>
            <a:endParaRPr lang="zh-CN" altLang="en-US" dirty="0"/>
          </a:p>
        </p:txBody>
      </p:sp>
      <p:sp>
        <p:nvSpPr>
          <p:cNvPr id="3" name="内容占位符 2"/>
          <p:cNvSpPr>
            <a:spLocks noGrp="1"/>
          </p:cNvSpPr>
          <p:nvPr>
            <p:ph idx="1"/>
          </p:nvPr>
        </p:nvSpPr>
        <p:spPr/>
        <p:txBody>
          <a:bodyPr/>
          <a:lstStyle/>
          <a:p>
            <a:pPr latinLnBrk="1"/>
            <a:endParaRPr lang="zh-CN" altLang="en-US" dirty="0"/>
          </a:p>
          <a:p>
            <a:pPr latinLnBrk="1"/>
            <a:r>
              <a:rPr lang="en-US" altLang="zh-CN" dirty="0" err="1" smtClean="0"/>
              <a:t>Vfat</a:t>
            </a:r>
            <a:r>
              <a:rPr lang="zh-CN" altLang="en-US" dirty="0" smtClean="0"/>
              <a:t>挂载过程：</a:t>
            </a:r>
            <a:r>
              <a:rPr lang="en-US" altLang="zh-CN" dirty="0" smtClean="0"/>
              <a:t>mount </a:t>
            </a:r>
            <a:r>
              <a:rPr lang="en-US" altLang="zh-CN" dirty="0"/>
              <a:t>-t </a:t>
            </a:r>
            <a:r>
              <a:rPr lang="en-US" altLang="zh-CN" dirty="0" err="1"/>
              <a:t>vfat</a:t>
            </a:r>
            <a:r>
              <a:rPr lang="en-US" altLang="zh-CN" dirty="0"/>
              <a:t> </a:t>
            </a:r>
            <a:r>
              <a:rPr lang="en-US" altLang="zh-CN" dirty="0" smtClean="0"/>
              <a:t> /</a:t>
            </a:r>
            <a:r>
              <a:rPr lang="en-US" altLang="zh-CN" dirty="0"/>
              <a:t>dev/hda2 </a:t>
            </a:r>
            <a:r>
              <a:rPr lang="en-US" altLang="zh-CN" dirty="0" smtClean="0"/>
              <a:t> /</a:t>
            </a:r>
            <a:r>
              <a:rPr lang="en-US" altLang="zh-CN" dirty="0" err="1"/>
              <a:t>mnt</a:t>
            </a:r>
            <a:r>
              <a:rPr lang="en-US" altLang="zh-CN" dirty="0"/>
              <a:t>/C</a:t>
            </a:r>
          </a:p>
          <a:p>
            <a:pPr lvl="1" latinLnBrk="1"/>
            <a:r>
              <a:rPr lang="zh-CN" altLang="en-US" dirty="0" smtClean="0"/>
              <a:t>挂载</a:t>
            </a:r>
            <a:r>
              <a:rPr lang="zh-CN" altLang="en-US" dirty="0"/>
              <a:t>在</a:t>
            </a:r>
            <a:r>
              <a:rPr lang="en-US" altLang="zh-CN" dirty="0"/>
              <a:t>/</a:t>
            </a:r>
            <a:r>
              <a:rPr lang="en-US" altLang="zh-CN" dirty="0" err="1"/>
              <a:t>mnt</a:t>
            </a:r>
            <a:r>
              <a:rPr lang="en-US" altLang="zh-CN" dirty="0"/>
              <a:t>/C</a:t>
            </a:r>
            <a:r>
              <a:rPr lang="zh-CN" altLang="en-US" dirty="0"/>
              <a:t>下的是一个</a:t>
            </a:r>
            <a:r>
              <a:rPr lang="en-US" altLang="zh-CN" dirty="0" err="1"/>
              <a:t>vfat</a:t>
            </a:r>
            <a:r>
              <a:rPr lang="zh-CN" altLang="en-US" dirty="0"/>
              <a:t>类型的文件系统</a:t>
            </a:r>
            <a:r>
              <a:rPr lang="zh-CN" altLang="en-US" dirty="0" smtClean="0"/>
              <a:t>，信息</a:t>
            </a:r>
            <a:r>
              <a:rPr lang="zh-CN" altLang="en-US" dirty="0"/>
              <a:t>来源是在第一块硬盘的第</a:t>
            </a:r>
            <a:r>
              <a:rPr lang="en-US" altLang="zh-CN" dirty="0"/>
              <a:t>2</a:t>
            </a:r>
            <a:r>
              <a:rPr lang="zh-CN" altLang="en-US" dirty="0"/>
              <a:t>个分区。</a:t>
            </a:r>
          </a:p>
          <a:p>
            <a:pPr latinLnBrk="1"/>
            <a:r>
              <a:rPr lang="en-US" altLang="zh-CN" dirty="0" err="1" smtClean="0"/>
              <a:t>sysfs</a:t>
            </a:r>
            <a:r>
              <a:rPr lang="zh-CN" altLang="en-US" dirty="0"/>
              <a:t>的挂载</a:t>
            </a:r>
            <a:r>
              <a:rPr lang="zh-CN" altLang="en-US" dirty="0" smtClean="0"/>
              <a:t>过程：</a:t>
            </a:r>
            <a:r>
              <a:rPr lang="en-US" altLang="zh-CN" dirty="0" smtClean="0"/>
              <a:t>mount </a:t>
            </a:r>
            <a:r>
              <a:rPr lang="en-US" altLang="zh-CN" dirty="0"/>
              <a:t>-t </a:t>
            </a:r>
            <a:r>
              <a:rPr lang="en-US" altLang="zh-CN" dirty="0" err="1"/>
              <a:t>sysfs</a:t>
            </a:r>
            <a:r>
              <a:rPr lang="en-US" altLang="zh-CN" dirty="0"/>
              <a:t> </a:t>
            </a:r>
            <a:r>
              <a:rPr lang="en-US" altLang="zh-CN" dirty="0" err="1"/>
              <a:t>sysfs</a:t>
            </a:r>
            <a:r>
              <a:rPr lang="en-US" altLang="zh-CN" dirty="0"/>
              <a:t> /</a:t>
            </a:r>
            <a:r>
              <a:rPr lang="en-US" altLang="zh-CN" dirty="0" smtClean="0"/>
              <a:t>sys</a:t>
            </a:r>
          </a:p>
          <a:p>
            <a:pPr lvl="1" latinLnBrk="1"/>
            <a:r>
              <a:rPr lang="zh-CN" altLang="en-US" dirty="0" smtClean="0"/>
              <a:t>看不出信息</a:t>
            </a:r>
            <a:r>
              <a:rPr lang="zh-CN" altLang="en-US" dirty="0" smtClean="0"/>
              <a:t>来源</a:t>
            </a:r>
            <a:endParaRPr lang="en-US" altLang="zh-CN" dirty="0" smtClean="0"/>
          </a:p>
          <a:p>
            <a:pPr lvl="1" latinLnBrk="1"/>
            <a:r>
              <a:rPr lang="en-US" altLang="zh-CN" dirty="0" err="1" smtClean="0"/>
              <a:t>sysfs</a:t>
            </a:r>
            <a:r>
              <a:rPr lang="zh-CN" altLang="en-US" dirty="0"/>
              <a:t>是一个特殊文件系统，并没有一个实际存放文件的介质</a:t>
            </a:r>
            <a:r>
              <a:rPr lang="zh-CN" altLang="en-US" dirty="0" smtClean="0"/>
              <a:t>。其数据信息断电后就丢失了。简而言之</a:t>
            </a:r>
            <a:r>
              <a:rPr lang="zh-CN" altLang="en-US" dirty="0"/>
              <a:t>，</a:t>
            </a:r>
            <a:r>
              <a:rPr lang="en-US" altLang="zh-CN" dirty="0" err="1"/>
              <a:t>sysfs</a:t>
            </a:r>
            <a:r>
              <a:rPr lang="zh-CN" altLang="en-US" dirty="0"/>
              <a:t>的信息来源是</a:t>
            </a:r>
            <a:r>
              <a:rPr lang="en-US" altLang="zh-CN" dirty="0" err="1"/>
              <a:t>kobject</a:t>
            </a:r>
            <a:r>
              <a:rPr lang="zh-CN" altLang="en-US" dirty="0"/>
              <a:t>层次结构，读一个</a:t>
            </a:r>
            <a:r>
              <a:rPr lang="en-US" altLang="zh-CN" dirty="0" err="1"/>
              <a:t>sysfs</a:t>
            </a:r>
            <a:r>
              <a:rPr lang="zh-CN" altLang="en-US" dirty="0"/>
              <a:t>文件，就是动态的从</a:t>
            </a:r>
            <a:r>
              <a:rPr lang="en-US" altLang="zh-CN" dirty="0" err="1"/>
              <a:t>kobject</a:t>
            </a:r>
            <a:r>
              <a:rPr lang="zh-CN" altLang="en-US" dirty="0"/>
              <a:t>结构提取信息，生成文件</a:t>
            </a:r>
            <a:r>
              <a:rPr lang="zh-CN" altLang="en-US" dirty="0" smtClean="0"/>
              <a:t>。</a:t>
            </a:r>
            <a:endParaRPr lang="en-US" altLang="zh-CN" dirty="0" smtClean="0"/>
          </a:p>
          <a:p>
            <a:pPr marL="457200" lvl="1" indent="0" latinLnBrk="1">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4</a:t>
            </a:fld>
            <a:endParaRPr lang="zh-CN" altLang="en-US"/>
          </a:p>
        </p:txBody>
      </p:sp>
    </p:spTree>
    <p:extLst>
      <p:ext uri="{BB962C8B-B14F-4D97-AF65-F5344CB8AC3E}">
        <p14:creationId xmlns:p14="http://schemas.microsoft.com/office/powerpoint/2010/main" val="3545153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 </a:t>
            </a:r>
            <a:r>
              <a:rPr lang="zh-CN" altLang="en-US" dirty="0"/>
              <a:t>文件系统之</a:t>
            </a:r>
            <a:r>
              <a:rPr lang="en-US" altLang="zh-CN" dirty="0" err="1"/>
              <a:t>sysfs</a:t>
            </a:r>
            <a:endParaRPr lang="zh-CN" altLang="en-US" dirty="0"/>
          </a:p>
        </p:txBody>
      </p:sp>
      <p:sp>
        <p:nvSpPr>
          <p:cNvPr id="3" name="内容占位符 2"/>
          <p:cNvSpPr>
            <a:spLocks noGrp="1"/>
          </p:cNvSpPr>
          <p:nvPr>
            <p:ph idx="1"/>
          </p:nvPr>
        </p:nvSpPr>
        <p:spPr/>
        <p:txBody>
          <a:bodyPr>
            <a:normAutofit/>
          </a:bodyPr>
          <a:lstStyle/>
          <a:p>
            <a:r>
              <a:rPr lang="en-US" altLang="zh-CN" dirty="0" err="1" smtClean="0"/>
              <a:t>Sysfs</a:t>
            </a:r>
            <a:endParaRPr lang="en-US" altLang="zh-CN" dirty="0" smtClean="0"/>
          </a:p>
          <a:p>
            <a:pPr lvl="1" latinLnBrk="1"/>
            <a:r>
              <a:rPr lang="zh-CN" altLang="en-US" dirty="0"/>
              <a:t>在 </a:t>
            </a:r>
            <a:r>
              <a:rPr lang="en-US" altLang="zh-CN" dirty="0"/>
              <a:t>/sys </a:t>
            </a:r>
            <a:r>
              <a:rPr lang="zh-CN" altLang="en-US" dirty="0" smtClean="0"/>
              <a:t>目录下</a:t>
            </a:r>
            <a:r>
              <a:rPr lang="zh-CN" altLang="en-US" dirty="0"/>
              <a:t>的都是 </a:t>
            </a:r>
            <a:r>
              <a:rPr lang="en-US" altLang="zh-CN" dirty="0" err="1"/>
              <a:t>kset</a:t>
            </a:r>
            <a:r>
              <a:rPr lang="zh-CN" altLang="en-US" dirty="0"/>
              <a:t>，</a:t>
            </a:r>
            <a:r>
              <a:rPr lang="zh-CN" altLang="en-US" dirty="0" smtClean="0"/>
              <a:t>它们组成了</a:t>
            </a:r>
            <a:r>
              <a:rPr lang="en-US" altLang="zh-CN" dirty="0" smtClean="0"/>
              <a:t>/</a:t>
            </a:r>
            <a:r>
              <a:rPr lang="en-US" altLang="zh-CN" dirty="0"/>
              <a:t>sys </a:t>
            </a:r>
            <a:r>
              <a:rPr lang="zh-CN" altLang="en-US" dirty="0"/>
              <a:t>的顶层目录</a:t>
            </a:r>
            <a:r>
              <a:rPr lang="zh-CN" altLang="en-US" dirty="0" smtClean="0"/>
              <a:t>视图，有的目录还有更深层次的目录结构</a:t>
            </a:r>
            <a:endParaRPr lang="en-US" altLang="zh-CN" dirty="0" smtClean="0"/>
          </a:p>
          <a:p>
            <a:pPr lvl="1" latinLnBrk="1"/>
            <a:r>
              <a:rPr lang="zh-CN" altLang="en-US" dirty="0" smtClean="0"/>
              <a:t>每个 </a:t>
            </a:r>
            <a:r>
              <a:rPr lang="en-US" altLang="zh-CN" dirty="0" err="1"/>
              <a:t>kset</a:t>
            </a:r>
            <a:r>
              <a:rPr lang="en-US" altLang="zh-CN" dirty="0"/>
              <a:t> </a:t>
            </a:r>
            <a:r>
              <a:rPr lang="zh-CN" altLang="en-US" dirty="0"/>
              <a:t>目录下再包含着一个或多个 </a:t>
            </a:r>
            <a:r>
              <a:rPr lang="en-US" altLang="zh-CN" dirty="0" err="1"/>
              <a:t>kobject</a:t>
            </a:r>
            <a:r>
              <a:rPr lang="zh-CN" altLang="en-US" dirty="0"/>
              <a:t>，这表示一个集合所包含的 </a:t>
            </a:r>
            <a:r>
              <a:rPr lang="en-US" altLang="zh-CN" dirty="0" err="1"/>
              <a:t>kobject</a:t>
            </a:r>
            <a:r>
              <a:rPr lang="en-US" altLang="zh-CN" dirty="0"/>
              <a:t> </a:t>
            </a:r>
            <a:r>
              <a:rPr lang="zh-CN" altLang="en-US" dirty="0"/>
              <a:t>结构体；</a:t>
            </a:r>
          </a:p>
          <a:p>
            <a:pPr lvl="1" latinLnBrk="1"/>
            <a:r>
              <a:rPr lang="zh-CN" altLang="en-US" dirty="0"/>
              <a:t>在 </a:t>
            </a:r>
            <a:r>
              <a:rPr lang="en-US" altLang="zh-CN" dirty="0" err="1"/>
              <a:t>kobject</a:t>
            </a:r>
            <a:r>
              <a:rPr lang="en-US" altLang="zh-CN" dirty="0"/>
              <a:t> </a:t>
            </a:r>
            <a:r>
              <a:rPr lang="zh-CN" altLang="en-US" dirty="0"/>
              <a:t>下有属性</a:t>
            </a:r>
            <a:r>
              <a:rPr lang="en-US" altLang="zh-CN" dirty="0"/>
              <a:t>(</a:t>
            </a:r>
            <a:r>
              <a:rPr lang="en-US" altLang="zh-CN" dirty="0" err="1"/>
              <a:t>attrs</a:t>
            </a:r>
            <a:r>
              <a:rPr lang="en-US" altLang="zh-CN" dirty="0"/>
              <a:t>)</a:t>
            </a:r>
            <a:r>
              <a:rPr lang="zh-CN" altLang="en-US" dirty="0"/>
              <a:t>文件和属性组</a:t>
            </a:r>
            <a:r>
              <a:rPr lang="en-US" altLang="zh-CN" dirty="0"/>
              <a:t>(</a:t>
            </a:r>
            <a:r>
              <a:rPr lang="en-US" altLang="zh-CN" dirty="0" err="1"/>
              <a:t>attr_group</a:t>
            </a:r>
            <a:r>
              <a:rPr lang="en-US" altLang="zh-CN" dirty="0"/>
              <a:t>)</a:t>
            </a:r>
            <a:r>
              <a:rPr lang="zh-CN" altLang="en-US" dirty="0"/>
              <a:t>，属性组就是组织属性的一个目录，它们一起向用户层提供了表示和操作这个 </a:t>
            </a:r>
            <a:r>
              <a:rPr lang="en-US" altLang="zh-CN" dirty="0" err="1"/>
              <a:t>kobject</a:t>
            </a:r>
            <a:r>
              <a:rPr lang="en-US" altLang="zh-CN" dirty="0"/>
              <a:t> </a:t>
            </a:r>
            <a:r>
              <a:rPr lang="zh-CN" altLang="en-US" dirty="0"/>
              <a:t>的属性特征的接口；</a:t>
            </a:r>
          </a:p>
          <a:p>
            <a:pPr lvl="1" latinLnBrk="1"/>
            <a:r>
              <a:rPr lang="zh-CN" altLang="en-US" dirty="0"/>
              <a:t>在 </a:t>
            </a:r>
            <a:r>
              <a:rPr lang="en-US" altLang="zh-CN" dirty="0" err="1"/>
              <a:t>kobject</a:t>
            </a:r>
            <a:r>
              <a:rPr lang="en-US" altLang="zh-CN" dirty="0"/>
              <a:t> </a:t>
            </a:r>
            <a:r>
              <a:rPr lang="zh-CN" altLang="en-US" dirty="0"/>
              <a:t>下还有一些符号链接文件，指向其它的 </a:t>
            </a:r>
            <a:r>
              <a:rPr lang="en-US" altLang="zh-CN" dirty="0" err="1"/>
              <a:t>kobject</a:t>
            </a:r>
            <a:r>
              <a:rPr lang="zh-CN" altLang="en-US" dirty="0"/>
              <a:t>，这些符号链接文件用于组织上面所说的 </a:t>
            </a:r>
            <a:r>
              <a:rPr lang="en-US" altLang="zh-CN" dirty="0"/>
              <a:t>device, driver, </a:t>
            </a:r>
            <a:r>
              <a:rPr lang="en-US" altLang="zh-CN" dirty="0" err="1"/>
              <a:t>bus_type</a:t>
            </a:r>
            <a:r>
              <a:rPr lang="en-US" altLang="zh-CN" dirty="0"/>
              <a:t>, class, module </a:t>
            </a:r>
            <a:r>
              <a:rPr lang="zh-CN" altLang="en-US" dirty="0"/>
              <a:t>之间的关系；</a:t>
            </a:r>
          </a:p>
          <a:p>
            <a:pPr lvl="1" latinLnBrk="1"/>
            <a:r>
              <a:rPr lang="zh-CN" altLang="en-US" dirty="0"/>
              <a:t>不同类型如设备类型的、设备驱动类型的 </a:t>
            </a:r>
            <a:r>
              <a:rPr lang="en-US" altLang="zh-CN" dirty="0" err="1"/>
              <a:t>kobject</a:t>
            </a:r>
            <a:r>
              <a:rPr lang="en-US" altLang="zh-CN" dirty="0"/>
              <a:t> </a:t>
            </a:r>
            <a:r>
              <a:rPr lang="zh-CN" altLang="en-US" dirty="0"/>
              <a:t>都有不同的属性，不同驱动程序支持的 </a:t>
            </a:r>
            <a:r>
              <a:rPr lang="en-US" altLang="zh-CN" dirty="0" err="1"/>
              <a:t>sysfs</a:t>
            </a:r>
            <a:r>
              <a:rPr lang="en-US" altLang="zh-CN" dirty="0"/>
              <a:t> </a:t>
            </a:r>
            <a:r>
              <a:rPr lang="zh-CN" altLang="en-US" dirty="0"/>
              <a:t>接口也有不同的属性文件；而相同类型的设备上有很多相同的属性文件；</a:t>
            </a:r>
          </a:p>
          <a:p>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5</a:t>
            </a:fld>
            <a:endParaRPr lang="zh-CN" altLang="en-US"/>
          </a:p>
        </p:txBody>
      </p:sp>
    </p:spTree>
    <p:extLst>
      <p:ext uri="{BB962C8B-B14F-4D97-AF65-F5344CB8AC3E}">
        <p14:creationId xmlns:p14="http://schemas.microsoft.com/office/powerpoint/2010/main" val="3425869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 </a:t>
            </a:r>
            <a:r>
              <a:rPr lang="zh-CN" altLang="en-US" dirty="0"/>
              <a:t>文件系统之</a:t>
            </a:r>
            <a:r>
              <a:rPr lang="en-US" altLang="zh-CN" dirty="0" err="1"/>
              <a:t>sysFS</a:t>
            </a:r>
            <a:endParaRPr lang="zh-CN" altLang="en-US" dirty="0"/>
          </a:p>
        </p:txBody>
      </p:sp>
      <p:sp>
        <p:nvSpPr>
          <p:cNvPr id="3" name="内容占位符 2"/>
          <p:cNvSpPr>
            <a:spLocks noGrp="1"/>
          </p:cNvSpPr>
          <p:nvPr>
            <p:ph idx="1"/>
          </p:nvPr>
        </p:nvSpPr>
        <p:spPr/>
        <p:txBody>
          <a:bodyPr/>
          <a:lstStyle/>
          <a:p>
            <a:r>
              <a:rPr lang="en-US" altLang="zh-CN" dirty="0" err="1" smtClean="0"/>
              <a:t>Kobject</a:t>
            </a:r>
            <a:endParaRPr lang="en-US" altLang="zh-CN" dirty="0" smtClean="0"/>
          </a:p>
          <a:p>
            <a:pPr lvl="1"/>
            <a:r>
              <a:rPr lang="zh-CN" altLang="en-US" dirty="0"/>
              <a:t>是</a:t>
            </a:r>
            <a:r>
              <a:rPr lang="en-US" altLang="zh-CN" dirty="0"/>
              <a:t>Linux</a:t>
            </a:r>
            <a:r>
              <a:rPr lang="zh-CN" altLang="en-US" dirty="0"/>
              <a:t>用来完成设备管理的一个数据结构，是设备驱动模型的核心</a:t>
            </a:r>
            <a:endParaRPr lang="en-US" altLang="zh-CN" dirty="0"/>
          </a:p>
          <a:p>
            <a:pPr lvl="1"/>
            <a:r>
              <a:rPr lang="zh-CN" altLang="en-US" dirty="0"/>
              <a:t>每个在内核中注册的</a:t>
            </a:r>
            <a:r>
              <a:rPr lang="en-US" altLang="zh-CN" dirty="0" err="1"/>
              <a:t>kobject</a:t>
            </a:r>
            <a:r>
              <a:rPr lang="zh-CN" altLang="en-US" dirty="0"/>
              <a:t>对象都对应于</a:t>
            </a:r>
            <a:r>
              <a:rPr lang="en-US" altLang="zh-CN" dirty="0" err="1"/>
              <a:t>sysfs</a:t>
            </a:r>
            <a:r>
              <a:rPr lang="zh-CN" altLang="en-US" dirty="0"/>
              <a:t>文件系统中的一个目录</a:t>
            </a:r>
            <a:endParaRPr lang="en-US" altLang="zh-CN" dirty="0"/>
          </a:p>
          <a:p>
            <a:pPr lvl="1"/>
            <a:r>
              <a:rPr lang="zh-CN" altLang="en-US" dirty="0"/>
              <a:t>所有的</a:t>
            </a:r>
            <a:r>
              <a:rPr lang="en-US" altLang="zh-CN" dirty="0" err="1"/>
              <a:t>kobject</a:t>
            </a:r>
            <a:r>
              <a:rPr lang="zh-CN" altLang="en-US" dirty="0"/>
              <a:t>连接起来，形成了一个树状结构，与</a:t>
            </a:r>
            <a:r>
              <a:rPr lang="en-US" altLang="zh-CN" dirty="0"/>
              <a:t>/sys</a:t>
            </a:r>
            <a:r>
              <a:rPr lang="zh-CN" altLang="en-US" dirty="0"/>
              <a:t>目录结构相对应</a:t>
            </a:r>
            <a:endParaRPr lang="en-US" altLang="zh-CN" dirty="0" smtClean="0"/>
          </a:p>
          <a:p>
            <a:r>
              <a:rPr lang="zh-CN" altLang="en-US" dirty="0"/>
              <a:t>对属性的读写</a:t>
            </a:r>
            <a:r>
              <a:rPr lang="zh-CN" altLang="en-US" dirty="0" smtClean="0"/>
              <a:t>操作</a:t>
            </a:r>
            <a:endParaRPr lang="en-US" altLang="zh-CN" dirty="0" smtClean="0"/>
          </a:p>
          <a:p>
            <a:pPr lvl="1"/>
            <a:r>
              <a:rPr lang="en-US" altLang="zh-CN" dirty="0" smtClean="0"/>
              <a:t>cat </a:t>
            </a:r>
            <a:r>
              <a:rPr lang="en-US" altLang="zh-CN" dirty="0" err="1" smtClean="0"/>
              <a:t>attr_file_name</a:t>
            </a:r>
            <a:endParaRPr lang="en-US" altLang="zh-CN" dirty="0" smtClean="0"/>
          </a:p>
          <a:p>
            <a:pPr lvl="1"/>
            <a:r>
              <a:rPr lang="en-US" altLang="zh-CN" dirty="0"/>
              <a:t>e</a:t>
            </a:r>
            <a:r>
              <a:rPr lang="en-US" altLang="zh-CN" dirty="0" smtClean="0"/>
              <a:t>cho value </a:t>
            </a:r>
            <a:r>
              <a:rPr lang="en-US" altLang="zh-CN" dirty="0" err="1" smtClean="0"/>
              <a:t>attr_file_name</a:t>
            </a:r>
            <a:endParaRPr lang="en-US" altLang="zh-CN" dirty="0" smtClean="0"/>
          </a:p>
          <a:p>
            <a:pPr lvl="1"/>
            <a:endParaRPr lang="en-US" altLang="zh-CN" dirty="0" smtClean="0"/>
          </a:p>
        </p:txBody>
      </p:sp>
      <p:sp>
        <p:nvSpPr>
          <p:cNvPr id="4" name="灯片编号占位符 3"/>
          <p:cNvSpPr>
            <a:spLocks noGrp="1"/>
          </p:cNvSpPr>
          <p:nvPr>
            <p:ph type="sldNum" sz="quarter" idx="12"/>
          </p:nvPr>
        </p:nvSpPr>
        <p:spPr/>
        <p:txBody>
          <a:bodyPr/>
          <a:lstStyle/>
          <a:p>
            <a:fld id="{BB7ABAA3-21D5-46D5-9E1C-2581454DED48}" type="slidenum">
              <a:rPr lang="zh-CN" altLang="en-US" smtClean="0"/>
              <a:t>6</a:t>
            </a:fld>
            <a:endParaRPr lang="zh-CN" altLang="en-US"/>
          </a:p>
        </p:txBody>
      </p:sp>
    </p:spTree>
    <p:extLst>
      <p:ext uri="{BB962C8B-B14F-4D97-AF65-F5344CB8AC3E}">
        <p14:creationId xmlns:p14="http://schemas.microsoft.com/office/powerpoint/2010/main" val="1523164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文件系统之</a:t>
            </a:r>
            <a:r>
              <a:rPr lang="en-US" altLang="zh-CN" dirty="0" err="1" smtClean="0"/>
              <a:t>procfs</a:t>
            </a:r>
            <a:endParaRPr lang="zh-CN" altLang="en-US" dirty="0"/>
          </a:p>
        </p:txBody>
      </p:sp>
      <p:sp>
        <p:nvSpPr>
          <p:cNvPr id="3" name="内容占位符 2"/>
          <p:cNvSpPr>
            <a:spLocks noGrp="1"/>
          </p:cNvSpPr>
          <p:nvPr>
            <p:ph idx="1"/>
          </p:nvPr>
        </p:nvSpPr>
        <p:spPr/>
        <p:txBody>
          <a:bodyPr/>
          <a:lstStyle/>
          <a:p>
            <a:r>
              <a:rPr lang="en-US" altLang="zh-CN" dirty="0" err="1" smtClean="0"/>
              <a:t>procfs</a:t>
            </a:r>
            <a:endParaRPr lang="en-US" altLang="zh-CN" dirty="0" smtClean="0"/>
          </a:p>
          <a:p>
            <a:pPr lvl="1"/>
            <a:r>
              <a:rPr lang="pl-PL" altLang="zh-CN" b="1" dirty="0"/>
              <a:t>mount -t proc proc /</a:t>
            </a:r>
            <a:r>
              <a:rPr lang="pl-PL" altLang="zh-CN" b="1" dirty="0" smtClean="0"/>
              <a:t>proc</a:t>
            </a:r>
            <a:endParaRPr lang="en-US" altLang="zh-CN" b="1" dirty="0" smtClean="0"/>
          </a:p>
          <a:p>
            <a:pPr lvl="1"/>
            <a:r>
              <a:rPr lang="en-US" altLang="zh-CN" b="1" dirty="0"/>
              <a:t>/</a:t>
            </a:r>
            <a:r>
              <a:rPr lang="en-US" altLang="zh-CN" b="1" dirty="0" err="1"/>
              <a:t>proc</a:t>
            </a:r>
            <a:r>
              <a:rPr lang="en-US" altLang="zh-CN" b="1" dirty="0"/>
              <a:t> </a:t>
            </a:r>
            <a:r>
              <a:rPr lang="zh-CN" altLang="en-US" b="1" dirty="0"/>
              <a:t>文件系统是一种内核和内核模块用来向进程</a:t>
            </a:r>
            <a:r>
              <a:rPr lang="en-US" altLang="zh-CN" b="1" dirty="0"/>
              <a:t>(process) </a:t>
            </a:r>
            <a:r>
              <a:rPr lang="zh-CN" altLang="en-US" b="1" dirty="0"/>
              <a:t>发送信息的机制</a:t>
            </a:r>
            <a:r>
              <a:rPr lang="en-US" altLang="zh-CN" b="1" dirty="0"/>
              <a:t>(</a:t>
            </a:r>
            <a:r>
              <a:rPr lang="zh-CN" altLang="en-US" b="1" dirty="0"/>
              <a:t>所以叫做</a:t>
            </a:r>
            <a:r>
              <a:rPr lang="en-US" altLang="zh-CN" b="1" dirty="0"/>
              <a:t>/</a:t>
            </a:r>
            <a:r>
              <a:rPr lang="en-US" altLang="zh-CN" b="1" dirty="0" err="1"/>
              <a:t>proc</a:t>
            </a:r>
            <a:r>
              <a:rPr lang="en-US" altLang="zh-CN" b="1" dirty="0"/>
              <a:t>)</a:t>
            </a:r>
            <a:r>
              <a:rPr lang="zh-CN" altLang="en-US" b="1" dirty="0"/>
              <a:t>。这个伪文件系统让你可以和内核内部数据结构进行交互，获取 有关进程的有用信息，在运行中</a:t>
            </a:r>
            <a:r>
              <a:rPr lang="en-US" altLang="zh-CN" b="1" dirty="0"/>
              <a:t>(on the fly) </a:t>
            </a:r>
            <a:r>
              <a:rPr lang="zh-CN" altLang="en-US" b="1" dirty="0"/>
              <a:t>改变设置</a:t>
            </a:r>
            <a:r>
              <a:rPr lang="en-US" altLang="zh-CN" b="1" dirty="0"/>
              <a:t>(</a:t>
            </a:r>
            <a:r>
              <a:rPr lang="zh-CN" altLang="en-US" b="1" dirty="0"/>
              <a:t>通过改变内核参数</a:t>
            </a:r>
            <a:r>
              <a:rPr lang="en-US" altLang="zh-CN" b="1" dirty="0"/>
              <a:t>)</a:t>
            </a:r>
            <a:r>
              <a:rPr lang="zh-CN" altLang="en-US" b="1" dirty="0"/>
              <a:t>。 </a:t>
            </a:r>
            <a:endParaRPr lang="en-US" altLang="zh-CN" b="1" dirty="0"/>
          </a:p>
          <a:p>
            <a:pPr lvl="1"/>
            <a:r>
              <a:rPr lang="en-US" altLang="zh-CN" b="1" dirty="0" smtClean="0"/>
              <a:t>/</a:t>
            </a:r>
            <a:r>
              <a:rPr lang="en-US" altLang="zh-CN" b="1" dirty="0" err="1"/>
              <a:t>proc</a:t>
            </a:r>
            <a:r>
              <a:rPr lang="en-US" altLang="zh-CN" b="1" dirty="0"/>
              <a:t> </a:t>
            </a:r>
            <a:r>
              <a:rPr lang="zh-CN" altLang="en-US" b="1" dirty="0"/>
              <a:t>的文件可以用于访问有关内核的状态、计算机的属性、正在运行的进程的状态等信息。</a:t>
            </a:r>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7</a:t>
            </a:fld>
            <a:endParaRPr lang="zh-CN" altLang="en-US"/>
          </a:p>
        </p:txBody>
      </p:sp>
    </p:spTree>
    <p:extLst>
      <p:ext uri="{BB962C8B-B14F-4D97-AF65-F5344CB8AC3E}">
        <p14:creationId xmlns:p14="http://schemas.microsoft.com/office/powerpoint/2010/main" val="744741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Linux</a:t>
            </a:r>
            <a:r>
              <a:rPr lang="zh-CN" altLang="en-US" dirty="0"/>
              <a:t>文件系统之</a:t>
            </a:r>
            <a:r>
              <a:rPr lang="en-US" altLang="zh-CN" dirty="0" err="1"/>
              <a:t>procfs</a:t>
            </a:r>
            <a:endParaRPr lang="zh-CN" altLang="en-US" dirty="0"/>
          </a:p>
        </p:txBody>
      </p:sp>
      <p:sp>
        <p:nvSpPr>
          <p:cNvPr id="3" name="内容占位符 2"/>
          <p:cNvSpPr>
            <a:spLocks noGrp="1"/>
          </p:cNvSpPr>
          <p:nvPr>
            <p:ph idx="1"/>
          </p:nvPr>
        </p:nvSpPr>
        <p:spPr/>
        <p:txBody>
          <a:bodyPr>
            <a:normAutofit lnSpcReduction="10000"/>
          </a:bodyPr>
          <a:lstStyle/>
          <a:p>
            <a:r>
              <a:rPr lang="en-US" altLang="zh-CN" b="1" dirty="0" err="1"/>
              <a:t>proc</a:t>
            </a:r>
            <a:r>
              <a:rPr lang="en-US" altLang="zh-CN" b="1" dirty="0"/>
              <a:t> </a:t>
            </a:r>
            <a:r>
              <a:rPr lang="zh-CN" altLang="en-US" b="1" dirty="0"/>
              <a:t>文件系统可以被用于收集有用的关于系统和运行中的内核的信息。下面是一些重要的文件：</a:t>
            </a:r>
            <a:r>
              <a:rPr lang="zh-CN" altLang="en-US" dirty="0"/>
              <a:t/>
            </a:r>
            <a:br>
              <a:rPr lang="zh-CN" altLang="en-US" dirty="0"/>
            </a:br>
            <a:r>
              <a:rPr lang="zh-CN" altLang="en-US" b="1" dirty="0"/>
              <a:t> </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a:t>
            </a:r>
            <a:r>
              <a:rPr lang="en-US" altLang="zh-CN" b="1" dirty="0" err="1"/>
              <a:t>cpuinfo</a:t>
            </a:r>
            <a:r>
              <a:rPr lang="en-US" altLang="zh-CN" b="1" dirty="0"/>
              <a:t> - CPU </a:t>
            </a:r>
            <a:r>
              <a:rPr lang="zh-CN" altLang="en-US" b="1" dirty="0"/>
              <a:t>的信息</a:t>
            </a:r>
            <a:r>
              <a:rPr lang="en-US" altLang="zh-CN" b="1" dirty="0"/>
              <a:t>(</a:t>
            </a:r>
            <a:r>
              <a:rPr lang="zh-CN" altLang="en-US" b="1" dirty="0"/>
              <a:t>型号</a:t>
            </a:r>
            <a:r>
              <a:rPr lang="en-US" altLang="zh-CN" b="1" dirty="0"/>
              <a:t>, </a:t>
            </a:r>
            <a:r>
              <a:rPr lang="zh-CN" altLang="en-US" b="1" dirty="0"/>
              <a:t>家族</a:t>
            </a:r>
            <a:r>
              <a:rPr lang="en-US" altLang="zh-CN" b="1" dirty="0"/>
              <a:t>, </a:t>
            </a:r>
            <a:r>
              <a:rPr lang="zh-CN" altLang="en-US" b="1" dirty="0"/>
              <a:t>缓存大小等</a:t>
            </a:r>
            <a:r>
              <a:rPr lang="en-US" altLang="zh-CN" b="1" dirty="0"/>
              <a:t>)</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a:t>
            </a:r>
            <a:r>
              <a:rPr lang="en-US" altLang="zh-CN" b="1" dirty="0" err="1"/>
              <a:t>meminfo</a:t>
            </a:r>
            <a:r>
              <a:rPr lang="en-US" altLang="zh-CN" b="1" dirty="0"/>
              <a:t> - </a:t>
            </a:r>
            <a:r>
              <a:rPr lang="zh-CN" altLang="en-US" b="1" dirty="0"/>
              <a:t>物理内存、交换空间等的信息</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/mounts - </a:t>
            </a:r>
            <a:r>
              <a:rPr lang="zh-CN" altLang="en-US" b="1" dirty="0"/>
              <a:t>已加载的文件系统的列表</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/devices - </a:t>
            </a:r>
            <a:r>
              <a:rPr lang="zh-CN" altLang="en-US" b="1" dirty="0"/>
              <a:t>可用设备的列表</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a:t>
            </a:r>
            <a:r>
              <a:rPr lang="en-US" altLang="zh-CN" b="1" dirty="0" err="1"/>
              <a:t>filesystems</a:t>
            </a:r>
            <a:r>
              <a:rPr lang="en-US" altLang="zh-CN" b="1" dirty="0"/>
              <a:t> - </a:t>
            </a:r>
            <a:r>
              <a:rPr lang="zh-CN" altLang="en-US" b="1" dirty="0"/>
              <a:t>被支持的文件系统</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/modules - </a:t>
            </a:r>
            <a:r>
              <a:rPr lang="zh-CN" altLang="en-US" b="1" dirty="0"/>
              <a:t>已加载的模块</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/version - </a:t>
            </a:r>
            <a:r>
              <a:rPr lang="zh-CN" altLang="en-US" b="1" dirty="0"/>
              <a:t>内核版本</a:t>
            </a:r>
            <a:r>
              <a:rPr lang="zh-CN" altLang="en-US" dirty="0"/>
              <a:t/>
            </a:r>
            <a:br>
              <a:rPr lang="zh-CN" altLang="en-US" dirty="0"/>
            </a:br>
            <a:r>
              <a:rPr lang="zh-CN" altLang="en-US" b="1" dirty="0"/>
              <a:t>* </a:t>
            </a:r>
            <a:r>
              <a:rPr lang="en-US" altLang="zh-CN" b="1" dirty="0"/>
              <a:t>/</a:t>
            </a:r>
            <a:r>
              <a:rPr lang="en-US" altLang="zh-CN" b="1" dirty="0" err="1"/>
              <a:t>proc</a:t>
            </a:r>
            <a:r>
              <a:rPr lang="en-US" altLang="zh-CN" b="1" dirty="0"/>
              <a:t>/</a:t>
            </a:r>
            <a:r>
              <a:rPr lang="en-US" altLang="zh-CN" b="1" dirty="0" err="1"/>
              <a:t>cmdline</a:t>
            </a:r>
            <a:r>
              <a:rPr lang="en-US" altLang="zh-CN" b="1" dirty="0"/>
              <a:t> - </a:t>
            </a:r>
            <a:r>
              <a:rPr lang="zh-CN" altLang="en-US" b="1" dirty="0"/>
              <a:t>系统启动时输入的内核命令行</a:t>
            </a:r>
            <a:r>
              <a:rPr lang="zh-CN" altLang="en-US" b="1" dirty="0" smtClean="0"/>
              <a:t>参数</a:t>
            </a:r>
            <a:endParaRPr lang="en-US" altLang="zh-CN" b="1" dirty="0" smtClean="0"/>
          </a:p>
          <a:p>
            <a:r>
              <a:rPr lang="zh-CN" altLang="en-US" dirty="0"/>
              <a:t>读写操作</a:t>
            </a:r>
            <a:endParaRPr lang="en-US" altLang="zh-CN" dirty="0"/>
          </a:p>
          <a:p>
            <a:pPr lvl="1"/>
            <a:r>
              <a:rPr lang="en-US" altLang="zh-CN" dirty="0"/>
              <a:t>cat/echo</a:t>
            </a:r>
            <a:r>
              <a:rPr lang="zh-CN" altLang="en-US" dirty="0"/>
              <a:t>，与</a:t>
            </a:r>
            <a:r>
              <a:rPr lang="en-US" altLang="zh-CN" dirty="0" err="1"/>
              <a:t>sysfs</a:t>
            </a:r>
            <a:r>
              <a:rPr lang="zh-CN" altLang="en-US" dirty="0"/>
              <a:t>相同</a:t>
            </a:r>
          </a:p>
          <a:p>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8</a:t>
            </a:fld>
            <a:endParaRPr lang="zh-CN" altLang="en-US"/>
          </a:p>
        </p:txBody>
      </p:sp>
    </p:spTree>
    <p:extLst>
      <p:ext uri="{BB962C8B-B14F-4D97-AF65-F5344CB8AC3E}">
        <p14:creationId xmlns:p14="http://schemas.microsoft.com/office/powerpoint/2010/main" val="870608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Sysfs</a:t>
            </a:r>
            <a:r>
              <a:rPr lang="en-US" altLang="zh-CN" dirty="0" smtClean="0"/>
              <a:t> vs /</a:t>
            </a:r>
            <a:r>
              <a:rPr lang="en-US" altLang="zh-CN" dirty="0" err="1" smtClean="0"/>
              <a:t>proc</a:t>
            </a:r>
            <a:endParaRPr lang="zh-CN" altLang="en-US" dirty="0"/>
          </a:p>
        </p:txBody>
      </p:sp>
      <p:sp>
        <p:nvSpPr>
          <p:cNvPr id="3" name="内容占位符 2"/>
          <p:cNvSpPr>
            <a:spLocks noGrp="1"/>
          </p:cNvSpPr>
          <p:nvPr>
            <p:ph idx="1"/>
          </p:nvPr>
        </p:nvSpPr>
        <p:spPr/>
        <p:txBody>
          <a:bodyPr/>
          <a:lstStyle/>
          <a:p>
            <a:r>
              <a:rPr lang="en-US" altLang="zh-CN" dirty="0" err="1"/>
              <a:t>sysfs</a:t>
            </a:r>
            <a:r>
              <a:rPr lang="en-US" altLang="zh-CN" dirty="0"/>
              <a:t> </a:t>
            </a:r>
            <a:r>
              <a:rPr lang="zh-CN" altLang="en-US" dirty="0" smtClean="0"/>
              <a:t>的优点</a:t>
            </a:r>
            <a:r>
              <a:rPr lang="zh-CN" altLang="en-US" dirty="0"/>
              <a:t>，最重要的莫过于设计上的清晰。一个 </a:t>
            </a:r>
            <a:r>
              <a:rPr lang="en-US" altLang="zh-CN" dirty="0" err="1"/>
              <a:t>proc</a:t>
            </a:r>
            <a:r>
              <a:rPr lang="en-US" altLang="zh-CN" dirty="0"/>
              <a:t> </a:t>
            </a:r>
            <a:r>
              <a:rPr lang="zh-CN" altLang="en-US" dirty="0"/>
              <a:t>虚拟文件可能有内部格式，如 </a:t>
            </a:r>
            <a:r>
              <a:rPr lang="en-US" altLang="zh-CN" dirty="0"/>
              <a:t>/</a:t>
            </a:r>
            <a:r>
              <a:rPr lang="en-US" altLang="zh-CN" dirty="0" err="1"/>
              <a:t>proc</a:t>
            </a:r>
            <a:r>
              <a:rPr lang="en-US" altLang="zh-CN" dirty="0"/>
              <a:t>/</a:t>
            </a:r>
            <a:r>
              <a:rPr lang="en-US" altLang="zh-CN" dirty="0" err="1"/>
              <a:t>scsi</a:t>
            </a:r>
            <a:r>
              <a:rPr lang="en-US" altLang="zh-CN" dirty="0"/>
              <a:t>/</a:t>
            </a:r>
            <a:r>
              <a:rPr lang="en-US" altLang="zh-CN" dirty="0" err="1"/>
              <a:t>scsi</a:t>
            </a:r>
            <a:r>
              <a:rPr lang="en-US" altLang="zh-CN" dirty="0"/>
              <a:t> </a:t>
            </a:r>
            <a:r>
              <a:rPr lang="zh-CN" altLang="en-US" dirty="0"/>
              <a:t>，它是可读可写的，</a:t>
            </a:r>
            <a:r>
              <a:rPr lang="en-US" altLang="zh-CN" dirty="0"/>
              <a:t>(</a:t>
            </a:r>
            <a:r>
              <a:rPr lang="zh-CN" altLang="en-US" dirty="0"/>
              <a:t>其文件权限被错误地标记为了 </a:t>
            </a:r>
            <a:r>
              <a:rPr lang="en-US" altLang="zh-CN" dirty="0"/>
              <a:t>0444 </a:t>
            </a:r>
            <a:r>
              <a:rPr lang="zh-CN" altLang="en-US" dirty="0"/>
              <a:t>！，这是内核的一个</a:t>
            </a:r>
            <a:r>
              <a:rPr lang="en-US" altLang="zh-CN" dirty="0"/>
              <a:t>BUG)</a:t>
            </a:r>
            <a:r>
              <a:rPr lang="zh-CN" altLang="en-US" dirty="0"/>
              <a:t>，并且读写格式不一样，代表不同的操作，应用程序中读到了这个文件的内容一般还需要进行字符串解析，而在写入时需要先用字符串格式化按指定的格式写入字符串进行操作；相比而言， </a:t>
            </a:r>
            <a:r>
              <a:rPr lang="en-US" altLang="zh-CN" dirty="0" err="1"/>
              <a:t>sysfs</a:t>
            </a:r>
            <a:r>
              <a:rPr lang="en-US" altLang="zh-CN" dirty="0"/>
              <a:t> </a:t>
            </a:r>
            <a:r>
              <a:rPr lang="zh-CN" altLang="en-US" dirty="0"/>
              <a:t>的设计原则是一个属性文件只做一件事情， </a:t>
            </a:r>
            <a:r>
              <a:rPr lang="en-US" altLang="zh-CN" dirty="0" err="1"/>
              <a:t>sysfs</a:t>
            </a:r>
            <a:r>
              <a:rPr lang="en-US" altLang="zh-CN" dirty="0"/>
              <a:t> </a:t>
            </a:r>
            <a:r>
              <a:rPr lang="zh-CN" altLang="en-US" dirty="0"/>
              <a:t>属性文件一般只有一个值，直接读取或写入。整个 </a:t>
            </a:r>
            <a:r>
              <a:rPr lang="en-US" altLang="zh-CN" dirty="0"/>
              <a:t>/</a:t>
            </a:r>
            <a:r>
              <a:rPr lang="en-US" altLang="zh-CN" dirty="0" err="1"/>
              <a:t>proc</a:t>
            </a:r>
            <a:r>
              <a:rPr lang="en-US" altLang="zh-CN" dirty="0"/>
              <a:t>/</a:t>
            </a:r>
            <a:r>
              <a:rPr lang="en-US" altLang="zh-CN" dirty="0" err="1"/>
              <a:t>scsi</a:t>
            </a:r>
            <a:r>
              <a:rPr lang="en-US" altLang="zh-CN" dirty="0"/>
              <a:t> </a:t>
            </a:r>
            <a:r>
              <a:rPr lang="zh-CN" altLang="en-US" dirty="0"/>
              <a:t>目录在</a:t>
            </a:r>
            <a:r>
              <a:rPr lang="en-US" altLang="zh-CN" dirty="0"/>
              <a:t>2.6</a:t>
            </a:r>
            <a:r>
              <a:rPr lang="zh-CN" altLang="en-US" dirty="0"/>
              <a:t>内核中已被标记为过时</a:t>
            </a:r>
            <a:r>
              <a:rPr lang="en-US" altLang="zh-CN" dirty="0"/>
              <a:t>(LEGACY)</a:t>
            </a:r>
            <a:r>
              <a:rPr lang="zh-CN" altLang="en-US" dirty="0"/>
              <a:t>，它的功能已经被相应的 </a:t>
            </a:r>
            <a:r>
              <a:rPr lang="en-US" altLang="zh-CN" dirty="0"/>
              <a:t>/sys </a:t>
            </a:r>
            <a:r>
              <a:rPr lang="zh-CN" altLang="en-US" dirty="0"/>
              <a:t>属性文件所完全取代。新设计的内核机制应该尽量使用 </a:t>
            </a:r>
            <a:r>
              <a:rPr lang="en-US" altLang="zh-CN" dirty="0" err="1"/>
              <a:t>sysfs</a:t>
            </a:r>
            <a:r>
              <a:rPr lang="en-US" altLang="zh-CN" dirty="0"/>
              <a:t> </a:t>
            </a:r>
            <a:r>
              <a:rPr lang="zh-CN" altLang="en-US" dirty="0"/>
              <a:t>机制，而将 </a:t>
            </a:r>
            <a:r>
              <a:rPr lang="en-US" altLang="zh-CN" dirty="0" err="1"/>
              <a:t>proc</a:t>
            </a:r>
            <a:r>
              <a:rPr lang="en-US" altLang="zh-CN" dirty="0"/>
              <a:t> </a:t>
            </a:r>
            <a:r>
              <a:rPr lang="zh-CN" altLang="en-US" dirty="0"/>
              <a:t>保留给纯净的“进程文件系统”。</a:t>
            </a:r>
          </a:p>
        </p:txBody>
      </p:sp>
      <p:sp>
        <p:nvSpPr>
          <p:cNvPr id="4" name="灯片编号占位符 3"/>
          <p:cNvSpPr>
            <a:spLocks noGrp="1"/>
          </p:cNvSpPr>
          <p:nvPr>
            <p:ph type="sldNum" sz="quarter" idx="12"/>
          </p:nvPr>
        </p:nvSpPr>
        <p:spPr/>
        <p:txBody>
          <a:bodyPr/>
          <a:lstStyle/>
          <a:p>
            <a:fld id="{BB7ABAA3-21D5-46D5-9E1C-2581454DED48}" type="slidenum">
              <a:rPr lang="zh-CN" altLang="en-US" smtClean="0"/>
              <a:t>9</a:t>
            </a:fld>
            <a:endParaRPr lang="zh-CN" altLang="en-US"/>
          </a:p>
        </p:txBody>
      </p:sp>
    </p:spTree>
    <p:extLst>
      <p:ext uri="{BB962C8B-B14F-4D97-AF65-F5344CB8AC3E}">
        <p14:creationId xmlns:p14="http://schemas.microsoft.com/office/powerpoint/2010/main" val="241182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Linux</a:t>
            </a:r>
            <a:r>
              <a:rPr lang="zh-CN" altLang="en-US" dirty="0" smtClean="0"/>
              <a:t>文件系统之</a:t>
            </a:r>
            <a:r>
              <a:rPr lang="en-US" altLang="zh-CN" dirty="0" err="1"/>
              <a:t>d</a:t>
            </a:r>
            <a:r>
              <a:rPr lang="en-US" altLang="zh-CN" dirty="0" err="1" smtClean="0"/>
              <a:t>ebugfs</a:t>
            </a:r>
            <a:endParaRPr lang="zh-CN" altLang="en-US" dirty="0"/>
          </a:p>
        </p:txBody>
      </p:sp>
      <p:sp>
        <p:nvSpPr>
          <p:cNvPr id="3" name="内容占位符 2"/>
          <p:cNvSpPr>
            <a:spLocks noGrp="1"/>
          </p:cNvSpPr>
          <p:nvPr>
            <p:ph idx="1"/>
          </p:nvPr>
        </p:nvSpPr>
        <p:spPr/>
        <p:txBody>
          <a:bodyPr/>
          <a:lstStyle/>
          <a:p>
            <a:r>
              <a:rPr lang="en-US" altLang="zh-CN" dirty="0" err="1"/>
              <a:t>DebugFS</a:t>
            </a:r>
            <a:r>
              <a:rPr lang="zh-CN" altLang="en-US" dirty="0"/>
              <a:t>，顾名思义，是一种用于内核调试</a:t>
            </a:r>
            <a:r>
              <a:rPr lang="zh-CN" altLang="en-US" dirty="0" smtClean="0"/>
              <a:t>的</a:t>
            </a:r>
            <a:r>
              <a:rPr lang="en-US" altLang="zh-CN" dirty="0" err="1" smtClean="0"/>
              <a:t>ramfs</a:t>
            </a:r>
            <a:r>
              <a:rPr lang="zh-CN" altLang="en-US" dirty="0" smtClean="0"/>
              <a:t>，</a:t>
            </a:r>
            <a:r>
              <a:rPr lang="zh-CN" altLang="en-US" dirty="0"/>
              <a:t>内核开发者通过</a:t>
            </a:r>
            <a:r>
              <a:rPr lang="en-US" altLang="zh-CN" dirty="0" err="1"/>
              <a:t>debugfs</a:t>
            </a:r>
            <a:r>
              <a:rPr lang="zh-CN" altLang="en-US" dirty="0"/>
              <a:t>和用户空间交换数据</a:t>
            </a:r>
            <a:r>
              <a:rPr lang="zh-CN" altLang="en-US" dirty="0" smtClean="0"/>
              <a:t>。与</a:t>
            </a:r>
            <a:r>
              <a:rPr lang="en-US" altLang="zh-CN" dirty="0" err="1" smtClean="0"/>
              <a:t>procfs</a:t>
            </a:r>
            <a:r>
              <a:rPr lang="zh-CN" altLang="en-US" dirty="0"/>
              <a:t>和</a:t>
            </a:r>
            <a:r>
              <a:rPr lang="en-US" altLang="zh-CN" dirty="0" err="1"/>
              <a:t>sysfs</a:t>
            </a:r>
            <a:r>
              <a:rPr lang="zh-CN" altLang="en-US" dirty="0" smtClean="0"/>
              <a:t>等类似，</a:t>
            </a:r>
            <a:r>
              <a:rPr lang="zh-CN" altLang="en-US" dirty="0"/>
              <a:t>这几种虚拟文件系统都并不实际存储在硬盘上，而是</a:t>
            </a:r>
            <a:r>
              <a:rPr lang="en-US" altLang="zh-CN" dirty="0"/>
              <a:t>Linux</a:t>
            </a:r>
            <a:r>
              <a:rPr lang="zh-CN" altLang="en-US" dirty="0"/>
              <a:t>内核运行起来后才建立起来</a:t>
            </a:r>
            <a:r>
              <a:rPr lang="zh-CN" altLang="en-US" dirty="0" smtClean="0"/>
              <a:t>。</a:t>
            </a:r>
            <a:endParaRPr lang="en-US" altLang="zh-CN" dirty="0" smtClean="0"/>
          </a:p>
          <a:p>
            <a:r>
              <a:rPr lang="en-US" altLang="zh-CN" dirty="0" err="1" smtClean="0"/>
              <a:t>Procfs</a:t>
            </a:r>
            <a:r>
              <a:rPr lang="zh-CN" altLang="en-US" dirty="0" smtClean="0"/>
              <a:t>与</a:t>
            </a:r>
            <a:r>
              <a:rPr lang="en-US" altLang="zh-CN" dirty="0" err="1" smtClean="0"/>
              <a:t>sysfs</a:t>
            </a:r>
            <a:r>
              <a:rPr lang="zh-CN" altLang="en-US" dirty="0" smtClean="0"/>
              <a:t>的接口应该相对固定，但</a:t>
            </a:r>
            <a:r>
              <a:rPr lang="en-US" altLang="zh-CN" dirty="0" err="1" smtClean="0"/>
              <a:t>debugfs</a:t>
            </a:r>
            <a:r>
              <a:rPr lang="zh-CN" altLang="en-US" dirty="0" smtClean="0"/>
              <a:t>的接口可以自定义</a:t>
            </a:r>
            <a:endParaRPr lang="en-US" altLang="zh-CN" dirty="0" smtClean="0"/>
          </a:p>
          <a:p>
            <a:r>
              <a:rPr lang="zh-CN" altLang="en-US" dirty="0" smtClean="0"/>
              <a:t>挂载：</a:t>
            </a:r>
            <a:r>
              <a:rPr lang="en-US" altLang="zh-CN" dirty="0"/>
              <a:t>mount -t </a:t>
            </a:r>
            <a:r>
              <a:rPr lang="en-US" altLang="zh-CN" dirty="0" err="1"/>
              <a:t>debugfs</a:t>
            </a:r>
            <a:r>
              <a:rPr lang="en-US" altLang="zh-CN" dirty="0"/>
              <a:t> none /</a:t>
            </a:r>
            <a:r>
              <a:rPr lang="en-US" altLang="zh-CN" dirty="0" smtClean="0"/>
              <a:t>your/</a:t>
            </a:r>
            <a:r>
              <a:rPr lang="en-US" altLang="zh-CN" dirty="0" err="1" smtClean="0"/>
              <a:t>debugfs</a:t>
            </a:r>
            <a:r>
              <a:rPr lang="en-US" altLang="zh-CN" dirty="0" smtClean="0"/>
              <a:t>/</a:t>
            </a:r>
            <a:r>
              <a:rPr lang="en-US" altLang="zh-CN" dirty="0" err="1" smtClean="0"/>
              <a:t>dir</a:t>
            </a:r>
            <a:endParaRPr lang="en-US" altLang="zh-CN" dirty="0"/>
          </a:p>
          <a:p>
            <a:pPr latinLnBrk="1"/>
            <a:r>
              <a:rPr lang="zh-CN" altLang="en-US" dirty="0"/>
              <a:t>文件读写方法：</a:t>
            </a:r>
            <a:r>
              <a:rPr lang="en-US" altLang="zh-CN" dirty="0"/>
              <a:t>cat/echo</a:t>
            </a:r>
            <a:r>
              <a:rPr lang="zh-CN" altLang="en-US" dirty="0"/>
              <a:t>，与</a:t>
            </a:r>
            <a:r>
              <a:rPr lang="en-US" altLang="zh-CN" dirty="0" err="1"/>
              <a:t>sysfs</a:t>
            </a:r>
            <a:r>
              <a:rPr lang="zh-CN" altLang="en-US" dirty="0"/>
              <a:t>相同</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10</a:t>
            </a:fld>
            <a:endParaRPr lang="zh-CN" altLang="en-US"/>
          </a:p>
        </p:txBody>
      </p:sp>
    </p:spTree>
    <p:extLst>
      <p:ext uri="{BB962C8B-B14F-4D97-AF65-F5344CB8AC3E}">
        <p14:creationId xmlns:p14="http://schemas.microsoft.com/office/powerpoint/2010/main" val="167396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7334" y="1055077"/>
            <a:ext cx="8596668" cy="4986285"/>
          </a:xfrm>
        </p:spPr>
        <p:txBody>
          <a:bodyPr/>
          <a:lstStyle/>
          <a:p>
            <a:pPr marL="0" indent="0">
              <a:buNone/>
            </a:pPr>
            <a:endParaRPr lang="en-US" altLang="zh-CN" sz="9600" i="1" dirty="0" smtClean="0"/>
          </a:p>
          <a:p>
            <a:pPr marL="0" indent="0">
              <a:buNone/>
            </a:pPr>
            <a:r>
              <a:rPr lang="en-US" altLang="zh-CN" sz="9600" i="1" dirty="0"/>
              <a:t>	</a:t>
            </a:r>
            <a:r>
              <a:rPr lang="en-US" altLang="zh-CN" sz="9600" i="1" dirty="0" smtClean="0"/>
              <a:t>					</a:t>
            </a:r>
            <a:r>
              <a:rPr lang="zh-CN" altLang="en-US" sz="9600" i="1" dirty="0" smtClean="0"/>
              <a:t>谢谢！</a:t>
            </a:r>
            <a:endParaRPr lang="zh-CN" altLang="en-US" sz="9600" i="1" dirty="0"/>
          </a:p>
        </p:txBody>
      </p:sp>
      <p:sp>
        <p:nvSpPr>
          <p:cNvPr id="4" name="灯片编号占位符 3"/>
          <p:cNvSpPr>
            <a:spLocks noGrp="1"/>
          </p:cNvSpPr>
          <p:nvPr>
            <p:ph type="sldNum" sz="quarter" idx="12"/>
          </p:nvPr>
        </p:nvSpPr>
        <p:spPr/>
        <p:txBody>
          <a:bodyPr/>
          <a:lstStyle/>
          <a:p>
            <a:fld id="{BB7ABAA3-21D5-46D5-9E1C-2581454DED48}" type="slidenum">
              <a:rPr lang="zh-CN" altLang="en-US" smtClean="0"/>
              <a:t>11</a:t>
            </a:fld>
            <a:endParaRPr lang="zh-CN" altLang="en-US"/>
          </a:p>
        </p:txBody>
      </p:sp>
    </p:spTree>
    <p:extLst>
      <p:ext uri="{BB962C8B-B14F-4D97-AF65-F5344CB8AC3E}">
        <p14:creationId xmlns:p14="http://schemas.microsoft.com/office/powerpoint/2010/main" val="4209542271"/>
      </p:ext>
    </p:extLst>
  </p:cSld>
  <p:clrMapOvr>
    <a:masterClrMapping/>
  </p:clrMapOvr>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224</TotalTime>
  <Words>776</Words>
  <Application>Microsoft Office PowerPoint</Application>
  <PresentationFormat>宽屏</PresentationFormat>
  <Paragraphs>56</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等线</vt:lpstr>
      <vt:lpstr>方正姚体</vt:lpstr>
      <vt:lpstr>华文新魏</vt:lpstr>
      <vt:lpstr>Arial</vt:lpstr>
      <vt:lpstr>Trebuchet MS</vt:lpstr>
      <vt:lpstr>Wingdings 3</vt:lpstr>
      <vt:lpstr>平面</vt:lpstr>
      <vt:lpstr>Linux文件系统（二）</vt:lpstr>
      <vt:lpstr>内容回顾--Linux文件系统概述</vt:lpstr>
      <vt:lpstr>内容回顾-- Linux MTD简介</vt:lpstr>
      <vt:lpstr>Linux 文件系统之sysfs</vt:lpstr>
      <vt:lpstr>Linux 文件系统之sysfs</vt:lpstr>
      <vt:lpstr>Linux 文件系统之sysFS</vt:lpstr>
      <vt:lpstr>Linux文件系统之procfs</vt:lpstr>
      <vt:lpstr>Linux文件系统之procfs</vt:lpstr>
      <vt:lpstr>Sysfs vs /proc</vt:lpstr>
      <vt:lpstr>Linux文件系统之debugfs</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lusuo</dc:creator>
  <cp:lastModifiedBy>lusuo</cp:lastModifiedBy>
  <cp:revision>97</cp:revision>
  <dcterms:created xsi:type="dcterms:W3CDTF">2018-08-14T08:58:26Z</dcterms:created>
  <dcterms:modified xsi:type="dcterms:W3CDTF">2018-09-11T09:23:20Z</dcterms:modified>
</cp:coreProperties>
</file>
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70" r:id="rId3"/>
    <p:sldId id="289" r:id="rId4"/>
    <p:sldId id="290" r:id="rId5"/>
    <p:sldId id="280" r:id="rId6"/>
    <p:sldId id="281" r:id="rId7"/>
    <p:sldId id="265" r:id="rId8"/>
    <p:sldId id="282" r:id="rId9"/>
    <p:sldId id="283" r:id="rId10"/>
    <p:sldId id="285" r:id="rId11"/>
    <p:sldId id="284" r:id="rId12"/>
    <p:sldId id="286" r:id="rId13"/>
    <p:sldId id="271" r:id="rId1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C3F1"/>
    <a:srgbClr val="FED900"/>
    <a:srgbClr val="005BAC"/>
    <a:srgbClr val="FDFDFD"/>
    <a:srgbClr val="000000"/>
    <a:srgbClr val="4584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59" autoAdjust="0"/>
    <p:restoredTop sz="94761" autoAdjust="0"/>
  </p:normalViewPr>
  <p:slideViewPr>
    <p:cSldViewPr>
      <p:cViewPr varScale="1">
        <p:scale>
          <a:sx n="112" d="100"/>
          <a:sy n="112" d="100"/>
        </p:scale>
        <p:origin x="442" y="8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7" d="100"/>
          <a:sy n="57" d="100"/>
        </p:scale>
        <p:origin x="2946"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3B2FB-0879-4B10-ADF9-ACE1AB562F4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1F751D-AFF2-49E6-A345-89C8E0835BF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967B7D-9A76-4A7E-9B9B-A85C4C4C142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598DB-4345-4D10-85F3-4CFCBFED2EF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400">
                <a:solidFill>
                  <a:schemeClr val="tx1">
                    <a:lumMod val="75000"/>
                    <a:lumOff val="25000"/>
                  </a:schemeClr>
                </a:solidFill>
              </a:defRPr>
            </a:lvl4pPr>
            <a:lvl5pPr>
              <a:defRPr sz="1400">
                <a:solidFill>
                  <a:schemeClr val="tx1">
                    <a:lumMod val="75000"/>
                    <a:lumOff val="25000"/>
                  </a:schemeClr>
                </a:solidFill>
              </a:defRPr>
            </a:lvl5pPr>
          </a:lstStyle>
          <a:p>
            <a:pPr lvl="0"/>
            <a:r>
              <a:rPr lang="zh-CN" altLang="en-US" dirty="0" smtClean="0"/>
              <a:t>第一级</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12"/>
          </p:nvPr>
        </p:nvSpPr>
        <p:spPr/>
        <p:txBody>
          <a:bodyPr/>
          <a:lstStyle/>
          <a:p>
            <a:fld id="{F7FD42D9-DEB6-4834-87A9-B721C54EC71A}" type="slidenum">
              <a:rPr lang="zh-CN" altLang="en-US" smtClean="0"/>
            </a:fld>
            <a:endParaRPr lang="zh-CN" altLang="en-US"/>
          </a:p>
        </p:txBody>
      </p:sp>
      <p:sp>
        <p:nvSpPr>
          <p:cNvPr id="4" name="文本框 3"/>
          <p:cNvSpPr txBox="1"/>
          <p:nvPr userDrawn="1"/>
        </p:nvSpPr>
        <p:spPr>
          <a:xfrm>
            <a:off x="539552" y="51470"/>
            <a:ext cx="1872208" cy="369332"/>
          </a:xfrm>
          <a:prstGeom prst="rect">
            <a:avLst/>
          </a:prstGeom>
          <a:noFill/>
        </p:spPr>
        <p:txBody>
          <a:bodyPr wrap="square" rtlCol="0">
            <a:spAutoFit/>
          </a:bodyPr>
          <a:lstStyle/>
          <a:p>
            <a:r>
              <a:rPr lang="zh-CN" altLang="en-US" sz="1800" dirty="0" smtClean="0"/>
              <a:t>目录</a:t>
            </a:r>
            <a:endParaRPr lang="zh-CN" altLang="en-US" sz="1800"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过渡页">
    <p:spTree>
      <p:nvGrpSpPr>
        <p:cNvPr id="1" name=""/>
        <p:cNvGrpSpPr/>
        <p:nvPr/>
      </p:nvGrpSpPr>
      <p:grpSpPr>
        <a:xfrm>
          <a:off x="0" y="0"/>
          <a:ext cx="0" cy="0"/>
          <a:chOff x="0" y="0"/>
          <a:chExt cx="0" cy="0"/>
        </a:xfrm>
      </p:grpSpPr>
      <p:pic>
        <p:nvPicPr>
          <p:cNvPr id="11" name="Picture 4"/>
          <p:cNvPicPr>
            <a:picLocks noChangeAspect="1" noChangeArrowheads="1"/>
          </p:cNvPicPr>
          <p:nvPr userDrawn="1"/>
        </p:nvPicPr>
        <p:blipFill>
          <a:blip r:embed="rId2"/>
          <a:srcRect/>
          <a:stretch>
            <a:fillRect/>
          </a:stretch>
        </p:blipFill>
        <p:spPr bwMode="auto">
          <a:xfrm>
            <a:off x="0" y="4745628"/>
            <a:ext cx="1619672" cy="397872"/>
          </a:xfrm>
          <a:prstGeom prst="rect">
            <a:avLst/>
          </a:prstGeom>
          <a:noFill/>
          <a:ln w="9525">
            <a:noFill/>
            <a:miter lim="800000"/>
            <a:headEnd/>
            <a:tailEnd/>
          </a:ln>
          <a:effectLst/>
        </p:spPr>
      </p:pic>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80312" y="4697706"/>
            <a:ext cx="1584176" cy="399828"/>
          </a:xfrm>
          <a:prstGeom prst="rect">
            <a:avLst/>
          </a:prstGeom>
        </p:spPr>
      </p:pic>
      <p:sp>
        <p:nvSpPr>
          <p:cNvPr id="13" name="标题 1"/>
          <p:cNvSpPr>
            <a:spLocks noGrp="1"/>
          </p:cNvSpPr>
          <p:nvPr>
            <p:ph type="ctrTitle"/>
          </p:nvPr>
        </p:nvSpPr>
        <p:spPr>
          <a:xfrm>
            <a:off x="251520" y="2047595"/>
            <a:ext cx="8640960" cy="1102519"/>
          </a:xfrm>
        </p:spPr>
        <p:txBody>
          <a:bodyPr>
            <a:normAutofit/>
          </a:bodyPr>
          <a:lstStyle>
            <a:lvl1pPr algn="ctr">
              <a:defRPr sz="3200" b="0" spc="2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pic>
        <p:nvPicPr>
          <p:cNvPr id="14" name="Picture 5"/>
          <p:cNvPicPr>
            <a:picLocks noChangeAspect="1" noChangeArrowheads="1"/>
          </p:cNvPicPr>
          <p:nvPr userDrawn="1"/>
        </p:nvPicPr>
        <p:blipFill>
          <a:blip r:embed="rId4" cstate="print"/>
          <a:srcRect/>
          <a:stretch>
            <a:fillRect/>
          </a:stretch>
        </p:blipFill>
        <p:spPr bwMode="auto">
          <a:xfrm>
            <a:off x="3944396" y="555526"/>
            <a:ext cx="1131660" cy="1147122"/>
          </a:xfrm>
          <a:prstGeom prst="rect">
            <a:avLst/>
          </a:prstGeom>
          <a:noFill/>
          <a:ln w="9525">
            <a:noFill/>
            <a:miter lim="800000"/>
            <a:headEnd/>
            <a:tailEnd/>
          </a:ln>
          <a:effectLst/>
        </p:spPr>
      </p:pic>
    </p:spTree>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39842" y="89570"/>
            <a:ext cx="8333588" cy="298134"/>
          </a:xfrm>
        </p:spPr>
        <p:txBody>
          <a:bodyPr>
            <a:noAutofit/>
          </a:bodyPr>
          <a:lstStyle>
            <a:lvl1pPr>
              <a:defRPr sz="1800" kern="1400" spc="100" baseline="0">
                <a:solidFill>
                  <a:schemeClr val="tx1">
                    <a:lumMod val="75000"/>
                    <a:lumOff val="25000"/>
                  </a:schemeClr>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p:txBody>
          <a:bodyPr>
            <a:normAutofit/>
          </a:bodyPr>
          <a:lstStyle>
            <a:lvl1pPr marL="0" indent="0">
              <a:buNone/>
              <a:defRPr sz="1400" kern="1400" spc="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smtClean="0"/>
              <a:t>单击此处添加正文内容</a:t>
            </a:r>
            <a:endParaRPr lang="zh-CN" altLang="en-US" dirty="0"/>
          </a:p>
        </p:txBody>
      </p:sp>
      <p:sp>
        <p:nvSpPr>
          <p:cNvPr id="6" name="灯片编号占位符 5"/>
          <p:cNvSpPr>
            <a:spLocks noGrp="1"/>
          </p:cNvSpPr>
          <p:nvPr>
            <p:ph type="sldNum" sz="quarter" idx="12"/>
          </p:nvPr>
        </p:nvSpPr>
        <p:spPr/>
        <p:txBody>
          <a:bodyPr/>
          <a:lstStyle/>
          <a:p>
            <a:fld id="{F7FD42D9-DEB6-4834-87A9-B721C54EC71A}"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pic>
        <p:nvPicPr>
          <p:cNvPr id="6" name="Picture 5"/>
          <p:cNvPicPr>
            <a:picLocks noChangeAspect="1" noChangeArrowheads="1"/>
          </p:cNvPicPr>
          <p:nvPr userDrawn="1"/>
        </p:nvPicPr>
        <p:blipFill>
          <a:blip r:embed="rId2" cstate="print"/>
          <a:srcRect/>
          <a:stretch>
            <a:fillRect/>
          </a:stretch>
        </p:blipFill>
        <p:spPr bwMode="auto">
          <a:xfrm>
            <a:off x="500034" y="428610"/>
            <a:ext cx="986651" cy="1000132"/>
          </a:xfrm>
          <a:prstGeom prst="rect">
            <a:avLst/>
          </a:prstGeom>
          <a:noFill/>
          <a:ln w="9525">
            <a:noFill/>
            <a:miter lim="800000"/>
            <a:headEnd/>
            <a:tailEnd/>
          </a:ln>
          <a:effectLst/>
        </p:spPr>
      </p:pic>
      <p:pic>
        <p:nvPicPr>
          <p:cNvPr id="16" name="Picture 4"/>
          <p:cNvPicPr>
            <a:picLocks noChangeAspect="1" noChangeArrowheads="1"/>
          </p:cNvPicPr>
          <p:nvPr userDrawn="1"/>
        </p:nvPicPr>
        <p:blipFill>
          <a:blip r:embed="rId3"/>
          <a:srcRect/>
          <a:stretch>
            <a:fillRect/>
          </a:stretch>
        </p:blipFill>
        <p:spPr bwMode="auto">
          <a:xfrm>
            <a:off x="0" y="3786196"/>
            <a:ext cx="5525354" cy="1357304"/>
          </a:xfrm>
          <a:prstGeom prst="rect">
            <a:avLst/>
          </a:prstGeom>
          <a:noFill/>
          <a:ln w="9525">
            <a:noFill/>
            <a:miter lim="800000"/>
            <a:headEnd/>
            <a:tailEnd/>
          </a:ln>
          <a:effectLst/>
        </p:spPr>
      </p:pic>
      <p:sp>
        <p:nvSpPr>
          <p:cNvPr id="10" name="标题 1"/>
          <p:cNvSpPr>
            <a:spLocks noGrp="1"/>
          </p:cNvSpPr>
          <p:nvPr>
            <p:ph type="ctrTitle" hasCustomPrompt="1"/>
          </p:nvPr>
        </p:nvSpPr>
        <p:spPr>
          <a:xfrm>
            <a:off x="1259632" y="1889663"/>
            <a:ext cx="6624736" cy="788905"/>
          </a:xfrm>
        </p:spPr>
        <p:txBody>
          <a:bodyPr>
            <a:normAutofit/>
          </a:bodyPr>
          <a:lstStyle>
            <a:lvl1pPr marL="0" algn="ctr" defTabSz="914400" rtl="0" eaLnBrk="1" latinLnBrk="0" hangingPunct="1">
              <a:defRPr lang="zh-CN" altLang="en-US" sz="3200" kern="1200" spc="300" baseline="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dirty="0" smtClean="0"/>
              <a:t>单击此处编辑主标题</a:t>
            </a:r>
            <a:endParaRPr lang="zh-CN" altLang="en-US" dirty="0"/>
          </a:p>
        </p:txBody>
      </p:sp>
      <p:sp>
        <p:nvSpPr>
          <p:cNvPr id="23" name="文本占位符 22"/>
          <p:cNvSpPr>
            <a:spLocks noGrp="1"/>
          </p:cNvSpPr>
          <p:nvPr>
            <p:ph type="body" sz="quarter" idx="10" hasCustomPrompt="1"/>
          </p:nvPr>
        </p:nvSpPr>
        <p:spPr>
          <a:xfrm>
            <a:off x="3671753" y="2924604"/>
            <a:ext cx="1800493" cy="307777"/>
          </a:xfrm>
        </p:spPr>
        <p:txBody>
          <a:bodyPr wrap="none">
            <a:spAutoFit/>
          </a:bodyPr>
          <a:lstStyle>
            <a:lvl1pPr marL="0" inden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smtClean="0"/>
              <a:t>单击此处编辑副标题</a:t>
            </a:r>
            <a:endParaRPr lang="zh-CN" altLang="en-US" dirty="0"/>
          </a:p>
        </p:txBody>
      </p:sp>
      <p:sp>
        <p:nvSpPr>
          <p:cNvPr id="25" name="文本占位符 24"/>
          <p:cNvSpPr>
            <a:spLocks noGrp="1"/>
          </p:cNvSpPr>
          <p:nvPr>
            <p:ph type="body" sz="quarter" idx="11" hasCustomPrompt="1"/>
          </p:nvPr>
        </p:nvSpPr>
        <p:spPr>
          <a:xfrm>
            <a:off x="7452320" y="4464848"/>
            <a:ext cx="607859" cy="276999"/>
          </a:xfrm>
        </p:spPr>
        <p:txBody>
          <a:bodyPr wrap="none">
            <a:spAutoFit/>
          </a:bodyPr>
          <a:lstStyle>
            <a:lvl1pPr marL="0" indent="0" algn="l" defTabSz="914400" rtl="0" eaLnBrk="1" latinLnBrk="0" hangingPunct="1">
              <a:buNone/>
              <a:defRPr lang="zh-CN" altLang="en-US" sz="1200" kern="1400" spc="100" baseline="0" dirty="0">
                <a:solidFill>
                  <a:schemeClr val="tx1">
                    <a:lumMod val="65000"/>
                    <a:lumOff val="35000"/>
                  </a:schemeClr>
                </a:solidFill>
                <a:latin typeface="+mn-ea"/>
                <a:ea typeface="+mn-ea"/>
                <a:cs typeface="+mn-cs"/>
              </a:defRPr>
            </a:lvl1pPr>
          </a:lstStyle>
          <a:p>
            <a:pPr lvl="0"/>
            <a:r>
              <a:rPr lang="zh-CN" altLang="en-US" dirty="0" smtClean="0"/>
              <a:t>姓名</a:t>
            </a:r>
            <a:r>
              <a:rPr lang="en-US" altLang="zh-CN" dirty="0" smtClean="0"/>
              <a:t>:</a:t>
            </a:r>
            <a:endParaRPr lang="zh-CN" altLang="en-US" dirty="0"/>
          </a:p>
        </p:txBody>
      </p:sp>
      <p:sp>
        <p:nvSpPr>
          <p:cNvPr id="26" name="文本占位符 24"/>
          <p:cNvSpPr>
            <a:spLocks noGrp="1"/>
          </p:cNvSpPr>
          <p:nvPr>
            <p:ph type="body" sz="quarter" idx="12" hasCustomPrompt="1"/>
          </p:nvPr>
        </p:nvSpPr>
        <p:spPr>
          <a:xfrm>
            <a:off x="7452320" y="4769878"/>
            <a:ext cx="518091" cy="276999"/>
          </a:xfrm>
        </p:spPr>
        <p:txBody>
          <a:bodyPr wrap="none">
            <a:spAutoFit/>
          </a:bodyPr>
          <a:lstStyle>
            <a:lvl1pPr marL="0" indent="0" algn="l" defTabSz="914400" rtl="0" eaLnBrk="1" latinLnBrk="0" hangingPunct="1">
              <a:buNone/>
              <a:defRPr lang="zh-CN" altLang="en-US" sz="1200" kern="1400" spc="100" baseline="0" dirty="0">
                <a:solidFill>
                  <a:schemeClr val="tx1">
                    <a:lumMod val="65000"/>
                    <a:lumOff val="35000"/>
                  </a:schemeClr>
                </a:solidFill>
                <a:latin typeface="+mn-ea"/>
                <a:ea typeface="+mn-ea"/>
                <a:cs typeface="+mn-cs"/>
              </a:defRPr>
            </a:lvl1pPr>
          </a:lstStyle>
          <a:p>
            <a:pPr lvl="0"/>
            <a:r>
              <a:rPr lang="zh-CN" altLang="en-US" dirty="0" smtClean="0"/>
              <a:t>日期</a:t>
            </a:r>
            <a:endParaRPr lang="zh-CN" altLang="en-US" dirty="0"/>
          </a:p>
        </p:txBody>
      </p:sp>
    </p:spTree>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尾页">
    <p:spTree>
      <p:nvGrpSpPr>
        <p:cNvPr id="1" name=""/>
        <p:cNvGrpSpPr/>
        <p:nvPr/>
      </p:nvGrpSpPr>
      <p:grpSpPr>
        <a:xfrm>
          <a:off x="0" y="0"/>
          <a:ext cx="0" cy="0"/>
          <a:chOff x="0" y="0"/>
          <a:chExt cx="0" cy="0"/>
        </a:xfrm>
      </p:grpSpPr>
      <p:pic>
        <p:nvPicPr>
          <p:cNvPr id="16" name="Picture 4"/>
          <p:cNvPicPr>
            <a:picLocks noChangeAspect="1" noChangeArrowheads="1"/>
          </p:cNvPicPr>
          <p:nvPr userDrawn="1"/>
        </p:nvPicPr>
        <p:blipFill>
          <a:blip r:embed="rId2"/>
          <a:srcRect/>
          <a:stretch>
            <a:fillRect/>
          </a:stretch>
        </p:blipFill>
        <p:spPr bwMode="auto">
          <a:xfrm rot="10800000">
            <a:off x="3618646" y="0"/>
            <a:ext cx="5525354" cy="1357304"/>
          </a:xfrm>
          <a:prstGeom prst="rect">
            <a:avLst/>
          </a:prstGeom>
          <a:noFill/>
          <a:ln w="9525">
            <a:noFill/>
            <a:miter lim="800000"/>
            <a:headEnd/>
            <a:tailEnd/>
          </a:ln>
          <a:effectLst/>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5536" y="3363838"/>
            <a:ext cx="1584176" cy="1407084"/>
          </a:xfrm>
          <a:prstGeom prst="rect">
            <a:avLst/>
          </a:prstGeom>
        </p:spPr>
      </p:pic>
      <p:sp>
        <p:nvSpPr>
          <p:cNvPr id="10" name="文本占位符 4"/>
          <p:cNvSpPr>
            <a:spLocks noGrp="1"/>
          </p:cNvSpPr>
          <p:nvPr>
            <p:ph type="body" sz="quarter" idx="10" hasCustomPrompt="1"/>
          </p:nvPr>
        </p:nvSpPr>
        <p:spPr>
          <a:xfrm>
            <a:off x="647825" y="2139702"/>
            <a:ext cx="7848351" cy="791990"/>
          </a:xfrm>
        </p:spPr>
        <p:txBody>
          <a:bodyPr>
            <a:noAutofit/>
          </a:bodyPr>
          <a:lstStyle>
            <a:lvl1pPr marL="0" indent="0" algn="ctr" defTabSz="914400" rtl="0" eaLnBrk="1" latinLnBrk="0" hangingPunct="1">
              <a:buNone/>
              <a:defRPr lang="zh-CN" altLang="en-US" sz="4800" kern="1200" spc="300" baseline="0" dirty="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lvl="0"/>
            <a:r>
              <a:rPr lang="zh-CN" altLang="en-US" dirty="0" smtClean="0"/>
              <a:t>单击此处编辑文本</a:t>
            </a:r>
            <a:endParaRPr lang="zh-CN" altLang="en-US" dirty="0"/>
          </a:p>
        </p:txBody>
      </p:sp>
    </p:spTree>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jpe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p:cNvPicPr>
            <a:picLocks noChangeAspect="1" noChangeArrowheads="1"/>
          </p:cNvPicPr>
          <p:nvPr userDrawn="1"/>
        </p:nvPicPr>
        <p:blipFill>
          <a:blip r:embed="rId6"/>
          <a:srcRect/>
          <a:stretch>
            <a:fillRect/>
          </a:stretch>
        </p:blipFill>
        <p:spPr bwMode="auto">
          <a:xfrm>
            <a:off x="0" y="4745628"/>
            <a:ext cx="1619672" cy="397872"/>
          </a:xfrm>
          <a:prstGeom prst="rect">
            <a:avLst/>
          </a:prstGeom>
          <a:noFill/>
          <a:ln w="9525">
            <a:noFill/>
            <a:miter lim="800000"/>
            <a:headEnd/>
            <a:tailEnd/>
          </a:ln>
          <a:effectLst/>
        </p:spPr>
      </p:pic>
      <p:sp>
        <p:nvSpPr>
          <p:cNvPr id="2" name="标题占位符 1"/>
          <p:cNvSpPr>
            <a:spLocks noGrp="1"/>
          </p:cNvSpPr>
          <p:nvPr>
            <p:ph type="title"/>
          </p:nvPr>
        </p:nvSpPr>
        <p:spPr>
          <a:xfrm>
            <a:off x="558892" y="113376"/>
            <a:ext cx="8333588" cy="298134"/>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251520" y="699542"/>
            <a:ext cx="8640960" cy="3895081"/>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4"/>
          </p:nvPr>
        </p:nvSpPr>
        <p:spPr>
          <a:xfrm>
            <a:off x="4374468" y="4797832"/>
            <a:ext cx="395064"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fld id="{F7FD42D9-DEB6-4834-87A9-B721C54EC71A}" type="slidenum">
              <a:rPr lang="zh-CN" altLang="en-US" smtClean="0"/>
            </a:fld>
            <a:endParaRPr lang="zh-CN" altLang="en-US" dirty="0"/>
          </a:p>
        </p:txBody>
      </p:sp>
      <p:pic>
        <p:nvPicPr>
          <p:cNvPr id="13" name="图片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380312" y="4697706"/>
            <a:ext cx="1584176" cy="399828"/>
          </a:xfrm>
          <a:prstGeom prst="rect">
            <a:avLst/>
          </a:prstGeom>
        </p:spPr>
      </p:pic>
      <p:sp>
        <p:nvSpPr>
          <p:cNvPr id="14" name="椭圆 13"/>
          <p:cNvSpPr/>
          <p:nvPr userDrawn="1"/>
        </p:nvSpPr>
        <p:spPr>
          <a:xfrm>
            <a:off x="4427984" y="4790738"/>
            <a:ext cx="288032" cy="288032"/>
          </a:xfrm>
          <a:prstGeom prst="ellipse">
            <a:avLst/>
          </a:prstGeom>
          <a:noFill/>
          <a:ln>
            <a:gradFill>
              <a:gsLst>
                <a:gs pos="0">
                  <a:srgbClr val="4584C1">
                    <a:alpha val="80000"/>
                  </a:srgbClr>
                </a:gs>
                <a:gs pos="38000">
                  <a:srgbClr val="52C3F1">
                    <a:alpha val="80000"/>
                  </a:srgbClr>
                </a:gs>
                <a:gs pos="100000">
                  <a:srgbClr val="FED900">
                    <a:alpha val="80000"/>
                  </a:srgbClr>
                </a:gs>
                <a:gs pos="67000">
                  <a:srgbClr val="FED900">
                    <a:alpha val="8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251520" y="143115"/>
            <a:ext cx="288033" cy="196387"/>
            <a:chOff x="251519" y="84537"/>
            <a:chExt cx="422447" cy="288033"/>
          </a:xfrm>
        </p:grpSpPr>
        <p:sp>
          <p:nvSpPr>
            <p:cNvPr id="16" name="等腰三角形 15"/>
            <p:cNvSpPr/>
            <p:nvPr userDrawn="1"/>
          </p:nvSpPr>
          <p:spPr>
            <a:xfrm rot="5400000">
              <a:off x="231655" y="104402"/>
              <a:ext cx="288032" cy="248303"/>
            </a:xfrm>
            <a:prstGeom prst="triangle">
              <a:avLst/>
            </a:prstGeom>
            <a:solidFill>
              <a:srgbClr val="52C3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nvSpPr>
          <p:spPr>
            <a:xfrm rot="5400000">
              <a:off x="405799" y="104401"/>
              <a:ext cx="288032" cy="248303"/>
            </a:xfrm>
            <a:prstGeom prst="triangle">
              <a:avLst/>
            </a:prstGeom>
            <a:solidFill>
              <a:srgbClr val="FED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iming>
    <p:tnLst>
      <p:par>
        <p:cTn id="1" dur="indefinite" restart="never" nodeType="tmRoot"/>
      </p:par>
    </p:tnLst>
  </p:timing>
  <p:hf hdr="0" ft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lumMod val="75000"/>
              <a:lumOff val="2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lumMod val="75000"/>
              <a:lumOff val="2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lumMod val="75000"/>
              <a:lumOff val="2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lumMod val="75000"/>
              <a:lumOff val="2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USB</a:t>
            </a:r>
            <a:r>
              <a:rPr dirty="0"/>
              <a:t>驱动概述</a:t>
            </a:r>
            <a:endParaRPr dirty="0"/>
          </a:p>
        </p:txBody>
      </p:sp>
      <p:sp>
        <p:nvSpPr>
          <p:cNvPr id="3" name="文本占位符 2"/>
          <p:cNvSpPr>
            <a:spLocks noGrp="1"/>
          </p:cNvSpPr>
          <p:nvPr>
            <p:ph type="body" sz="quarter" idx="10"/>
          </p:nvPr>
        </p:nvSpPr>
        <p:spPr/>
        <p:txBody>
          <a:bodyPr/>
          <a:lstStyle/>
          <a:p>
            <a:endParaRPr lang="zh-CN" altLang="en-US"/>
          </a:p>
        </p:txBody>
      </p:sp>
      <p:sp>
        <p:nvSpPr>
          <p:cNvPr id="4" name="文本占位符 3"/>
          <p:cNvSpPr>
            <a:spLocks noGrp="1"/>
          </p:cNvSpPr>
          <p:nvPr>
            <p:ph type="body" sz="quarter" idx="11"/>
          </p:nvPr>
        </p:nvSpPr>
        <p:spPr/>
        <p:txBody>
          <a:bodyPr>
            <a:normAutofit fontScale="80000"/>
          </a:bodyPr>
          <a:lstStyle/>
          <a:p>
            <a:r>
              <a:rPr lang="zh-CN" altLang="en-US"/>
              <a:t>刘云浩</a:t>
            </a:r>
            <a:endParaRPr lang="zh-CN" altLang="en-US"/>
          </a:p>
        </p:txBody>
      </p:sp>
      <p:sp>
        <p:nvSpPr>
          <p:cNvPr id="5" name="文本占位符 4"/>
          <p:cNvSpPr>
            <a:spLocks noGrp="1"/>
          </p:cNvSpPr>
          <p:nvPr>
            <p:ph type="body" sz="quarter" idx="12"/>
          </p:nvPr>
        </p:nvSpPr>
        <p:spPr>
          <a:xfrm>
            <a:off x="7452360" y="4775200"/>
            <a:ext cx="725170" cy="276860"/>
          </a:xfrm>
        </p:spPr>
        <p:txBody>
          <a:bodyPr>
            <a:normAutofit fontScale="50000"/>
          </a:bodyPr>
          <a:lstStyle/>
          <a:p>
            <a:fld id="{BB962C8B-B14F-4D97-AF65-F5344CB8AC3E}" type="datetime1">
              <a:rPr altLang="en-US" dirty="0"/>
            </a:fld>
            <a:endParaRPr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300990" y="625475"/>
            <a:ext cx="8747760" cy="1568450"/>
          </a:xfrm>
          <a:prstGeom prst="rect">
            <a:avLst/>
          </a:prstGeom>
          <a:noFill/>
        </p:spPr>
        <p:txBody>
          <a:bodyPr wrap="square" rtlCol="0" anchor="t">
            <a:spAutoFit/>
          </a:bodyPr>
          <a:p>
            <a:endParaRPr lang="zh-CN" altLang="en-US" sz="1600"/>
          </a:p>
          <a:p>
            <a:r>
              <a:rPr lang="zh-CN" altLang="en-US" sz="1600"/>
              <a:t>最坏情况下的时间复杂度称最坏时间复杂度。一般不特别说明，讨论的时间复杂度均是最坏情况下的时间复杂度。</a:t>
            </a:r>
            <a:endParaRPr lang="zh-CN" altLang="en-US" sz="1600"/>
          </a:p>
          <a:p>
            <a:r>
              <a:rPr lang="zh-CN" altLang="en-US" sz="1600"/>
              <a:t>这样做的原因是：最坏情况下的时间复杂度是算法在任何输入实例上运行时间的上界，这就保证了算法的运行时间不会比任何更长。</a:t>
            </a:r>
            <a:endParaRPr lang="zh-CN" altLang="en-US" sz="1600"/>
          </a:p>
          <a:p>
            <a:r>
              <a:rPr lang="zh-CN" altLang="en-US" sz="1600"/>
              <a:t>平均时间复杂度是指所有可能的输入实例均以等概率出现的情况下，算法的期望运行时间。</a:t>
            </a:r>
            <a:endParaRPr lang="zh-CN" altLang="en-US" sz="1600"/>
          </a:p>
        </p:txBody>
      </p:sp>
      <p:sp>
        <p:nvSpPr>
          <p:cNvPr id="5" name="矩形 4"/>
          <p:cNvSpPr/>
          <p:nvPr/>
        </p:nvSpPr>
        <p:spPr>
          <a:xfrm>
            <a:off x="317500" y="336550"/>
            <a:ext cx="8509635" cy="575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a:solidFill>
                  <a:srgbClr val="FF0000"/>
                </a:solidFill>
                <a:sym typeface="+mn-ea"/>
              </a:rPr>
              <a:t>1.陈述算法在最坏情况下的时间复杂度和平均时间复杂度；这两种评估算法复杂性的方法各自有什么实际意义？</a:t>
            </a:r>
            <a:endParaRPr lang="zh-CN" altLang="en-US">
              <a:solidFill>
                <a:srgbClr val="FF0000"/>
              </a:solidFill>
              <a:sym typeface="+mn-ea"/>
            </a:endParaRPr>
          </a:p>
        </p:txBody>
      </p:sp>
      <p:sp>
        <p:nvSpPr>
          <p:cNvPr id="6" name="矩形 5"/>
          <p:cNvSpPr/>
          <p:nvPr/>
        </p:nvSpPr>
        <p:spPr>
          <a:xfrm>
            <a:off x="300990" y="1970405"/>
            <a:ext cx="8509635" cy="575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a:solidFill>
                  <a:srgbClr val="FF0000"/>
                </a:solidFill>
                <a:sym typeface="+mn-ea"/>
              </a:rPr>
              <a:t>2.阐述动态规划算法与贪心算法的区别，它们都有那些优势和劣势？</a:t>
            </a:r>
            <a:endParaRPr lang="zh-CN" altLang="en-US">
              <a:solidFill>
                <a:srgbClr val="FF0000"/>
              </a:solidFill>
              <a:sym typeface="+mn-ea"/>
            </a:endParaRPr>
          </a:p>
        </p:txBody>
      </p:sp>
      <p:sp>
        <p:nvSpPr>
          <p:cNvPr id="8" name="文本框 7"/>
          <p:cNvSpPr txBox="1"/>
          <p:nvPr/>
        </p:nvSpPr>
        <p:spPr>
          <a:xfrm>
            <a:off x="86995" y="2371090"/>
            <a:ext cx="9032875" cy="2676525"/>
          </a:xfrm>
          <a:prstGeom prst="rect">
            <a:avLst/>
          </a:prstGeom>
          <a:noFill/>
        </p:spPr>
        <p:txBody>
          <a:bodyPr wrap="square" rtlCol="0" anchor="t">
            <a:spAutoFit/>
          </a:bodyPr>
          <a:p>
            <a:r>
              <a:rPr lang="zh-CN" altLang="en-US" sz="1400"/>
              <a:t>动态规划算法与贪心算法都要求问题具有最优子结构性质，这是二者的一个共同点。但是对于具有最优子结构的问题应该选择前者还后者来解决？下面通过两个经典的组合优化问题谈谈动态规划算法与贪心算法的主要差异</a:t>
            </a:r>
            <a:endParaRPr lang="zh-CN" altLang="en-US" sz="1400"/>
          </a:p>
          <a:p>
            <a:r>
              <a:rPr lang="zh-CN" altLang="en-US" sz="1400"/>
              <a:t>   动态规划法与分治法和贪心法类似，它也是将原问题分解为若干个更小的、相似的子问题，并通过求解子问题产生一个全局最优解。与分治法和贪心法不同之处在于：</a:t>
            </a:r>
            <a:endParaRPr lang="zh-CN" altLang="en-US" sz="1400"/>
          </a:p>
          <a:p>
            <a:r>
              <a:rPr lang="zh-CN" altLang="en-US" sz="1400"/>
              <a:t>①使用贪心法时，当前的选择可能要依赖于已经作出的所有选择，但不依赖于有待于做出的选择和子问题。因此贪心法是自顶向下(即从起点到终点)，一步一步地作出贪心选择。当然，如果当前的选择可能要依赖于子问题的解时，则难以通过局部的贪心策略达到全局最优解。</a:t>
            </a:r>
            <a:endParaRPr lang="zh-CN" altLang="en-US" sz="1400"/>
          </a:p>
          <a:p>
            <a:r>
              <a:rPr lang="zh-CN" altLang="en-US" sz="1400"/>
              <a:t>②使用分治法时，由原问题分解出的各子问题通常是相互独立的，即不包含公共的子问题，因此一旦递归地求出各子问题的解后，便可自下而上地将各子问题的解合并成问题的解。如果各子问题不是相互独立的，则分治法要做许多不必要的工作，重复地求解公共的子问题。</a:t>
            </a:r>
            <a:endParaRPr lang="zh-CN" altLang="en-US" sz="1400"/>
          </a:p>
          <a:p>
            <a:r>
              <a:rPr lang="zh-CN" altLang="en-US" sz="1400"/>
              <a:t>③动态规划允许由原问题分解出的子问题之间相互依赖。每一个子问题只求解一次，并将结果保存起来，避免每次碰到此子问题时都要重复计算</a:t>
            </a:r>
            <a:endParaRPr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p:bldP spid="6" grpId="0" bldLvl="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423545" y="300990"/>
            <a:ext cx="8591550" cy="368300"/>
          </a:xfrm>
          <a:prstGeom prst="rect">
            <a:avLst/>
          </a:prstGeom>
          <a:noFill/>
        </p:spPr>
        <p:txBody>
          <a:bodyPr wrap="square" rtlCol="0" anchor="t">
            <a:spAutoFit/>
          </a:bodyPr>
          <a:p>
            <a:r>
              <a:rPr lang="zh-CN" altLang="en-US">
                <a:solidFill>
                  <a:srgbClr val="FF0000"/>
                </a:solidFill>
              </a:rPr>
              <a:t>3.阐述回溯算法与分支限界算法的共同点和不同点，提高算法效率的关键是什么？</a:t>
            </a:r>
            <a:endParaRPr lang="zh-CN" altLang="en-US">
              <a:solidFill>
                <a:srgbClr val="FF0000"/>
              </a:solidFill>
            </a:endParaRPr>
          </a:p>
        </p:txBody>
      </p:sp>
      <p:pic>
        <p:nvPicPr>
          <p:cNvPr id="5" name="图片 4" descr="25003344-35c2f63275f449ba9f9f5dac89070c58"/>
          <p:cNvPicPr>
            <a:picLocks noChangeAspect="1"/>
          </p:cNvPicPr>
          <p:nvPr/>
        </p:nvPicPr>
        <p:blipFill>
          <a:blip r:embed="rId1"/>
          <a:stretch>
            <a:fillRect/>
          </a:stretch>
        </p:blipFill>
        <p:spPr>
          <a:xfrm>
            <a:off x="423545" y="669290"/>
            <a:ext cx="8136255" cy="1706245"/>
          </a:xfrm>
          <a:prstGeom prst="rect">
            <a:avLst/>
          </a:prstGeom>
        </p:spPr>
      </p:pic>
      <p:sp>
        <p:nvSpPr>
          <p:cNvPr id="6" name="文本框 5"/>
          <p:cNvSpPr txBox="1"/>
          <p:nvPr/>
        </p:nvSpPr>
        <p:spPr>
          <a:xfrm>
            <a:off x="423545" y="2155825"/>
            <a:ext cx="8591550" cy="645160"/>
          </a:xfrm>
          <a:prstGeom prst="rect">
            <a:avLst/>
          </a:prstGeom>
          <a:noFill/>
        </p:spPr>
        <p:txBody>
          <a:bodyPr wrap="square" rtlCol="0" anchor="t">
            <a:spAutoFit/>
          </a:bodyPr>
          <a:p>
            <a:r>
              <a:rPr lang="zh-CN" altLang="en-US" sz="1200"/>
              <a:t>回溯法（探索与回溯法）是一种选优搜索法，又称为试探法，按选优条件向前搜索，以达到目标。但当探索到某一步时，发现原先选择并不优或达不到目标，就退回一步重新选择，这种走不通就退回再走的技术为回溯法，而满足回溯条件的某个状态的点称为“回溯点”。</a:t>
            </a:r>
            <a:endParaRPr lang="zh-CN" altLang="en-US" sz="1200"/>
          </a:p>
        </p:txBody>
      </p:sp>
      <p:sp>
        <p:nvSpPr>
          <p:cNvPr id="7" name="文本框 6"/>
          <p:cNvSpPr txBox="1"/>
          <p:nvPr/>
        </p:nvSpPr>
        <p:spPr>
          <a:xfrm>
            <a:off x="390525" y="2698115"/>
            <a:ext cx="8768080" cy="1014730"/>
          </a:xfrm>
          <a:prstGeom prst="rect">
            <a:avLst/>
          </a:prstGeom>
          <a:noFill/>
        </p:spPr>
        <p:txBody>
          <a:bodyPr wrap="square" rtlCol="0" anchor="t">
            <a:spAutoFit/>
          </a:bodyPr>
          <a:p>
            <a:r>
              <a:rPr lang="zh-CN" altLang="en-US" sz="1200"/>
              <a:t>分支限界法常以广度优先或以最小耗费（最大效益）优先的方式搜索问题的解空间树。</a:t>
            </a:r>
            <a:endParaRPr lang="zh-CN" altLang="en-US" sz="1200"/>
          </a:p>
          <a:p>
            <a:r>
              <a:rPr lang="zh-CN" altLang="en-US" sz="1200"/>
              <a:t>在分支限界法中，每一个活结点只有一次机会成为扩展结点。活结点一旦成为扩展结点，就一次性产生其所有儿子结点。在这些儿子结点中，导致不可行解或导致非最优解的儿子结点被舍弃，其余儿子结点被加入活结点表中。</a:t>
            </a:r>
            <a:endParaRPr lang="zh-CN" altLang="en-US" sz="1200"/>
          </a:p>
          <a:p>
            <a:r>
              <a:rPr lang="zh-CN" altLang="en-US" sz="1200"/>
              <a:t>此后，从活结点表中取下一结点成为当前扩展结点，并重复上述结点扩展过程。这个过程一直持续到找到所需的解或活结点表为空时为止。</a:t>
            </a:r>
            <a:endParaRPr lang="zh-CN" altLang="en-US" sz="1200"/>
          </a:p>
        </p:txBody>
      </p:sp>
      <p:sp>
        <p:nvSpPr>
          <p:cNvPr id="8" name="文本框 7"/>
          <p:cNvSpPr txBox="1"/>
          <p:nvPr/>
        </p:nvSpPr>
        <p:spPr>
          <a:xfrm>
            <a:off x="318770" y="3641090"/>
            <a:ext cx="8625205" cy="368300"/>
          </a:xfrm>
          <a:prstGeom prst="rect">
            <a:avLst/>
          </a:prstGeom>
          <a:noFill/>
        </p:spPr>
        <p:txBody>
          <a:bodyPr wrap="square" rtlCol="0" anchor="t">
            <a:spAutoFit/>
          </a:bodyPr>
          <a:p>
            <a:r>
              <a:rPr lang="zh-CN" altLang="en-US">
                <a:solidFill>
                  <a:srgbClr val="FF0000"/>
                </a:solidFill>
              </a:rPr>
              <a:t>4.在对算法进行复杂性分析时，强调渐进复杂性的意义是什么？</a:t>
            </a:r>
            <a:endParaRPr lang="zh-CN" altLang="en-US">
              <a:solidFill>
                <a:srgbClr val="FF0000"/>
              </a:solidFill>
            </a:endParaRPr>
          </a:p>
        </p:txBody>
      </p:sp>
      <p:sp>
        <p:nvSpPr>
          <p:cNvPr id="9" name="文本框 8"/>
          <p:cNvSpPr txBox="1"/>
          <p:nvPr/>
        </p:nvSpPr>
        <p:spPr>
          <a:xfrm>
            <a:off x="-43815" y="3902710"/>
            <a:ext cx="9131300" cy="1168400"/>
          </a:xfrm>
          <a:prstGeom prst="rect">
            <a:avLst/>
          </a:prstGeom>
          <a:noFill/>
        </p:spPr>
        <p:txBody>
          <a:bodyPr wrap="square" rtlCol="0" anchor="t">
            <a:spAutoFit/>
          </a:bodyPr>
          <a:p>
            <a:r>
              <a:rPr lang="zh-CN" altLang="en-US" sz="1400"/>
              <a:t>算法的复杂性是算法效率的度量，是评价算法优劣的重要依据。一个算法的复杂性的高低体现在运行该算法所需要的计算机资源的多少上面，所需的资源越多，我们就说该算法的复杂性越高；反之，所需的资源越低，则该算法的复杂性越低。简化算法复杂性分析的方法和步骤，即只要考察当问题的规模充分大时，算法复杂性在渐近意义下的阶。与此简化的复杂性分析方法相配套，问题复杂程度和规模的线性增长导致的时耗的增长和空间需求的增长，对低效算法来说，都是超线性的，决非计算机速度和容量的线性增长带来的时耗减少和存储空间的扩大所能抵销。</a:t>
            </a:r>
            <a:endParaRPr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344805" y="584200"/>
            <a:ext cx="8114665" cy="368300"/>
          </a:xfrm>
          <a:prstGeom prst="rect">
            <a:avLst/>
          </a:prstGeom>
          <a:noFill/>
        </p:spPr>
        <p:txBody>
          <a:bodyPr wrap="square" rtlCol="0" anchor="t">
            <a:spAutoFit/>
          </a:bodyPr>
          <a:p>
            <a:r>
              <a:rPr lang="zh-CN" altLang="en-US"/>
              <a:t>     USB总线驱动程序负责：识别USB设备, 给USB设备找到对应的驱动程序</a:t>
            </a:r>
            <a:endParaRPr lang="zh-CN" altLang="en-US"/>
          </a:p>
        </p:txBody>
      </p:sp>
      <p:sp>
        <p:nvSpPr>
          <p:cNvPr id="5" name="文本框 4"/>
          <p:cNvSpPr txBox="1"/>
          <p:nvPr/>
        </p:nvSpPr>
        <p:spPr>
          <a:xfrm>
            <a:off x="344805" y="981710"/>
            <a:ext cx="8255635" cy="1476375"/>
          </a:xfrm>
          <a:prstGeom prst="rect">
            <a:avLst/>
          </a:prstGeom>
          <a:noFill/>
        </p:spPr>
        <p:txBody>
          <a:bodyPr wrap="square" rtlCol="0" anchor="t">
            <a:spAutoFit/>
          </a:bodyPr>
          <a:p>
            <a:r>
              <a:rPr lang="zh-CN" altLang="en-US"/>
              <a:t>PC和USB设备都得遵守一些规范。</a:t>
            </a:r>
            <a:endParaRPr lang="zh-CN" altLang="en-US"/>
          </a:p>
          <a:p>
            <a:r>
              <a:rPr lang="zh-CN" altLang="en-US"/>
              <a:t>     比如：USB设备接入电脑后，PC机会发出"你是什么"？</a:t>
            </a:r>
            <a:endParaRPr lang="zh-CN" altLang="en-US"/>
          </a:p>
          <a:p>
            <a:r>
              <a:rPr lang="zh-CN" altLang="en-US"/>
              <a:t>           USB设备就必须回答"我是xxx", 并且回答的语言必须是中文（格式一样）</a:t>
            </a:r>
            <a:endParaRPr lang="zh-CN" altLang="en-US"/>
          </a:p>
          <a:p>
            <a:r>
              <a:rPr lang="zh-CN" altLang="en-US"/>
              <a:t>     USB总线驱动程序会发出某些命令想获取设备信息(描述符)，</a:t>
            </a:r>
            <a:endParaRPr lang="zh-CN" altLang="en-US"/>
          </a:p>
          <a:p>
            <a:r>
              <a:rPr lang="zh-CN" altLang="en-US"/>
              <a:t>     USB设备必须返回"描述符"给PC</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6" name="文本框 5"/>
          <p:cNvSpPr txBox="1"/>
          <p:nvPr/>
        </p:nvSpPr>
        <p:spPr>
          <a:xfrm>
            <a:off x="450850" y="791210"/>
            <a:ext cx="8642350" cy="1198880"/>
          </a:xfrm>
          <a:prstGeom prst="rect">
            <a:avLst/>
          </a:prstGeom>
          <a:noFill/>
        </p:spPr>
        <p:txBody>
          <a:bodyPr wrap="square" rtlCol="0" anchor="t">
            <a:spAutoFit/>
          </a:bodyPr>
          <a:p>
            <a:r>
              <a:rPr lang="zh-CN" altLang="en-US"/>
              <a:t> USB接口只有4条线: 5V,GND,D-,D+</a:t>
            </a:r>
            <a:r>
              <a:rPr lang="en-US" altLang="zh-CN"/>
              <a:t>,</a:t>
            </a:r>
            <a:r>
              <a:rPr lang="zh-CN" altLang="en-US"/>
              <a:t>每一个USB设备接入PC时，USB总线驱动程序都会给它分配一个编号</a:t>
            </a:r>
            <a:endParaRPr lang="zh-CN" altLang="en-US"/>
          </a:p>
          <a:p>
            <a:r>
              <a:rPr lang="zh-CN" altLang="en-US"/>
              <a:t>     接在USB总线上的每一个USB设备都有自己的编号(地址)</a:t>
            </a:r>
            <a:endParaRPr lang="zh-CN" altLang="en-US"/>
          </a:p>
          <a:p>
            <a:r>
              <a:rPr lang="zh-CN" altLang="en-US"/>
              <a:t>     PC机想访问某个USB设备时，发出的命令都含有对应的编号(地址)</a:t>
            </a:r>
            <a:endParaRPr lang="zh-CN" altLang="en-US"/>
          </a:p>
        </p:txBody>
      </p:sp>
      <p:sp>
        <p:nvSpPr>
          <p:cNvPr id="4" name="文本框 3"/>
          <p:cNvSpPr txBox="1"/>
          <p:nvPr/>
        </p:nvSpPr>
        <p:spPr>
          <a:xfrm>
            <a:off x="450850" y="2571115"/>
            <a:ext cx="6835775" cy="645160"/>
          </a:xfrm>
          <a:prstGeom prst="rect">
            <a:avLst/>
          </a:prstGeom>
          <a:noFill/>
        </p:spPr>
        <p:txBody>
          <a:bodyPr wrap="square" rtlCol="0" anchor="t">
            <a:spAutoFit/>
          </a:bodyPr>
          <a:p>
            <a:r>
              <a:rPr lang="zh-CN" altLang="en-US"/>
              <a:t>新接入的USB设备的默认编号是0，在未分配新编号前，PC使用0编号和它通信。</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7FD42D9-DEB6-4834-87A9-B721C54EC71A}" type="slidenum">
              <a:rPr lang="zh-CN" altLang="en-US" smtClean="0"/>
            </a:fld>
            <a:endParaRPr lang="zh-CN" altLang="en-US"/>
          </a:p>
        </p:txBody>
      </p:sp>
      <p:sp>
        <p:nvSpPr>
          <p:cNvPr id="7" name="文本框 6"/>
          <p:cNvSpPr txBox="1"/>
          <p:nvPr/>
        </p:nvSpPr>
        <p:spPr>
          <a:xfrm>
            <a:off x="86360" y="3192780"/>
            <a:ext cx="8468360" cy="1753235"/>
          </a:xfrm>
          <a:prstGeom prst="rect">
            <a:avLst/>
          </a:prstGeom>
          <a:noFill/>
        </p:spPr>
        <p:txBody>
          <a:bodyPr wrap="square" rtlCol="0" anchor="t">
            <a:spAutoFit/>
          </a:bodyPr>
          <a:p>
            <a:r>
              <a:rPr lang="zh-CN" altLang="en-US"/>
              <a:t>PC的USB口内部，D-和D+接有15K的下拉电阻，未接USB设备时为低电平</a:t>
            </a:r>
            <a:r>
              <a:rPr lang="en-US" altLang="zh-CN"/>
              <a:t>,</a:t>
            </a:r>
            <a:r>
              <a:rPr lang="zh-CN" altLang="en-US"/>
              <a:t>USB设备的USB口内部，D-或D+接有1.5K的上拉电阻；它一接入PC，就会把PC USB口的D-或D+拉高，从硬件的角度(电平由低变高)通知PC有新设备接入。下面的全速设备和低速设备区别在于上拉电阻接在D+还是D-端。在usb</a:t>
            </a:r>
            <a:endParaRPr lang="zh-CN" altLang="en-US"/>
          </a:p>
          <a:p>
            <a:r>
              <a:rPr lang="zh-CN" altLang="en-US"/>
              <a:t> device端，这时就有高速低速设备的区别了，高速设备：d+ 接一个1.5kohm的上拉电阻，d-不接；低速设备则相反。</a:t>
            </a:r>
            <a:endParaRPr lang="zh-CN" altLang="en-US"/>
          </a:p>
        </p:txBody>
      </p:sp>
      <p:pic>
        <p:nvPicPr>
          <p:cNvPr id="8" name="图片 7" descr="20161013194910253"/>
          <p:cNvPicPr>
            <a:picLocks noChangeAspect="1"/>
          </p:cNvPicPr>
          <p:nvPr/>
        </p:nvPicPr>
        <p:blipFill>
          <a:blip r:embed="rId1"/>
          <a:stretch>
            <a:fillRect/>
          </a:stretch>
        </p:blipFill>
        <p:spPr>
          <a:xfrm>
            <a:off x="1617345" y="276225"/>
            <a:ext cx="4731385" cy="291655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680085" y="545465"/>
            <a:ext cx="7903845" cy="1476375"/>
          </a:xfrm>
          <a:prstGeom prst="rect">
            <a:avLst/>
          </a:prstGeom>
          <a:noFill/>
        </p:spPr>
        <p:txBody>
          <a:bodyPr wrap="square" rtlCol="0" anchor="t">
            <a:spAutoFit/>
          </a:bodyPr>
          <a:p>
            <a:r>
              <a:rPr lang="zh-CN" altLang="en-US"/>
              <a:t>USB是主从结构的（连续不断地查询）</a:t>
            </a:r>
            <a:endParaRPr lang="zh-CN" altLang="en-US"/>
          </a:p>
          <a:p>
            <a:r>
              <a:rPr lang="zh-CN" altLang="en-US"/>
              <a:t>   所有的USB传输，都是从USB主机这方发起；USB设备没有"主动"通知USB主机的能力。</a:t>
            </a:r>
            <a:endParaRPr lang="zh-CN" altLang="en-US"/>
          </a:p>
          <a:p>
            <a:r>
              <a:rPr lang="zh-CN" altLang="en-US"/>
              <a:t>   例子：USB鼠标滑动一下立刻产生数据，但是它没有能力通知PC机来读数据，只能被动地等得PC机来读。</a:t>
            </a:r>
            <a:endParaRPr lang="zh-CN" altLang="en-US"/>
          </a:p>
        </p:txBody>
      </p:sp>
      <p:sp>
        <p:nvSpPr>
          <p:cNvPr id="5" name="文本框 4"/>
          <p:cNvSpPr txBox="1"/>
          <p:nvPr/>
        </p:nvSpPr>
        <p:spPr>
          <a:xfrm>
            <a:off x="559435" y="2778760"/>
            <a:ext cx="8434705" cy="1753235"/>
          </a:xfrm>
          <a:prstGeom prst="rect">
            <a:avLst/>
          </a:prstGeom>
          <a:noFill/>
        </p:spPr>
        <p:txBody>
          <a:bodyPr wrap="square" rtlCol="0" anchor="t">
            <a:spAutoFit/>
          </a:bodyPr>
          <a:p>
            <a:r>
              <a:rPr lang="zh-CN" altLang="en-US"/>
              <a:t>2. USB的传输类型:</a:t>
            </a:r>
            <a:endParaRPr lang="zh-CN" altLang="en-US"/>
          </a:p>
          <a:p>
            <a:r>
              <a:rPr lang="zh-CN" altLang="en-US"/>
              <a:t>a. 控制传输：可靠，时间有保证，比如：USB设备的识别过程</a:t>
            </a:r>
            <a:endParaRPr lang="zh-CN" altLang="en-US"/>
          </a:p>
          <a:p>
            <a:r>
              <a:rPr lang="zh-CN" altLang="en-US"/>
              <a:t>b. 批量传输: 可靠, 时间没有保证, 比如：U盘</a:t>
            </a:r>
            <a:endParaRPr lang="zh-CN" altLang="en-US"/>
          </a:p>
          <a:p>
            <a:r>
              <a:rPr lang="zh-CN" altLang="en-US"/>
              <a:t>c. 中断传输：可靠，实时，比如：USB鼠标 （只是借助中断这个概念，没有中断能力，使用查询方式来实现实时性）</a:t>
            </a:r>
            <a:endParaRPr lang="zh-CN" altLang="en-US"/>
          </a:p>
          <a:p>
            <a:r>
              <a:rPr lang="zh-CN" altLang="en-US"/>
              <a:t>d. 实时传输：不可靠，实时，比如：USB摄像头</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78740" y="792480"/>
            <a:ext cx="8999855" cy="3415030"/>
          </a:xfrm>
          <a:prstGeom prst="rect">
            <a:avLst/>
          </a:prstGeom>
          <a:noFill/>
        </p:spPr>
        <p:txBody>
          <a:bodyPr wrap="square" rtlCol="0" anchor="t">
            <a:spAutoFit/>
          </a:bodyPr>
          <a:p>
            <a:r>
              <a:rPr lang="zh-CN" altLang="en-US"/>
              <a:t>3. USB传输的对象：端点(endpoint)</a:t>
            </a:r>
            <a:endParaRPr lang="zh-CN" altLang="en-US"/>
          </a:p>
          <a:p>
            <a:r>
              <a:rPr lang="zh-CN" altLang="en-US"/>
              <a:t>   我们说"读U盘"、"写U盘"，可以细化为：把数据写到U盘的端点1，从U盘的端点2里读出数据</a:t>
            </a:r>
            <a:endParaRPr lang="zh-CN" altLang="en-US"/>
          </a:p>
          <a:p>
            <a:r>
              <a:rPr lang="zh-CN" altLang="en-US"/>
              <a:t>   除了端点0外，每一个端点只支持一个方向的数据传输</a:t>
            </a:r>
            <a:endParaRPr lang="zh-CN" altLang="en-US"/>
          </a:p>
          <a:p>
            <a:r>
              <a:rPr lang="zh-CN" altLang="en-US"/>
              <a:t>   端点0用于控制传输，既能输出也能输入</a:t>
            </a:r>
            <a:endParaRPr lang="zh-CN" altLang="en-US"/>
          </a:p>
          <a:p>
            <a:r>
              <a:rPr lang="zh-CN" altLang="en-US"/>
              <a:t>   4. 每一个端点都有传输类型，传输方向</a:t>
            </a:r>
            <a:endParaRPr lang="zh-CN" altLang="en-US"/>
          </a:p>
          <a:p>
            <a:r>
              <a:rPr lang="zh-CN" altLang="en-US"/>
              <a:t>5. 术语里、程序里说的输入(IN)、输出(OUT) "都是" 基于USB主机的立场说的。</a:t>
            </a:r>
            <a:endParaRPr lang="zh-CN" altLang="en-US"/>
          </a:p>
          <a:p>
            <a:r>
              <a:rPr lang="zh-CN" altLang="en-US"/>
              <a:t>   比如鼠标的数据是从鼠标传到PC机, 对应的端点称为"输入端点"</a:t>
            </a:r>
            <a:endParaRPr lang="zh-CN" altLang="en-US"/>
          </a:p>
          <a:p>
            <a:r>
              <a:rPr lang="zh-CN" altLang="en-US"/>
              <a:t>     6. USB总线驱动程序的作用</a:t>
            </a:r>
            <a:endParaRPr lang="zh-CN" altLang="en-US"/>
          </a:p>
          <a:p>
            <a:r>
              <a:rPr lang="zh-CN" altLang="en-US"/>
              <a:t>a. 识别USB设备</a:t>
            </a:r>
            <a:endParaRPr lang="zh-CN" altLang="en-US"/>
          </a:p>
          <a:p>
            <a:r>
              <a:rPr lang="zh-CN" altLang="en-US"/>
              <a:t>b. 查找并安装对应的设备驱动程序c. 提供USB读写函数（只是收发送信，不知道信的内容）</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306705" y="551815"/>
            <a:ext cx="8531225" cy="4246245"/>
          </a:xfrm>
          <a:prstGeom prst="rect">
            <a:avLst/>
          </a:prstGeom>
          <a:noFill/>
        </p:spPr>
        <p:txBody>
          <a:bodyPr wrap="square" rtlCol="0" anchor="t">
            <a:spAutoFit/>
          </a:bodyPr>
          <a:p>
            <a:r>
              <a:rPr lang="zh-CN" altLang="en-US"/>
              <a:t>USB总线驱动程序已经有了读写函数，能不能让应用程序直接使用这些函数来访问（跨过设备驱动程序）。USB总线驱动程序里面有libusb(里面封装了接口函数)</a:t>
            </a:r>
            <a:endParaRPr lang="zh-CN" altLang="en-US"/>
          </a:p>
          <a:p>
            <a:r>
              <a:rPr lang="zh-CN" altLang="en-US"/>
              <a:t>USB驱动程序框架:</a:t>
            </a:r>
            <a:endParaRPr lang="zh-CN" altLang="en-US"/>
          </a:p>
          <a:p>
            <a:r>
              <a:rPr lang="zh-CN" altLang="en-US"/>
              <a:t>app:   </a:t>
            </a:r>
            <a:endParaRPr lang="zh-CN" altLang="en-US"/>
          </a:p>
          <a:p>
            <a:r>
              <a:rPr lang="zh-CN" altLang="en-US"/>
              <a:t>-------------------------------------------</a:t>
            </a:r>
            <a:endParaRPr lang="zh-CN" altLang="en-US"/>
          </a:p>
          <a:p>
            <a:r>
              <a:rPr lang="zh-CN" altLang="en-US"/>
              <a:t>          USB设备驱动程序      // 知道数据含义</a:t>
            </a:r>
            <a:endParaRPr lang="zh-CN" altLang="en-US"/>
          </a:p>
          <a:p>
            <a:r>
              <a:rPr lang="zh-CN" altLang="en-US"/>
              <a:t>内核 --------------------------------------</a:t>
            </a:r>
            <a:endParaRPr lang="zh-CN" altLang="en-US"/>
          </a:p>
          <a:p>
            <a:r>
              <a:rPr lang="zh-CN" altLang="en-US"/>
              <a:t>          USB总线驱动程序      // 1. 识别, 2. 找到匹配的设备驱动, 3. 提供USB读写函数 (它不知道数据含义)</a:t>
            </a:r>
            <a:endParaRPr lang="zh-CN" altLang="en-US"/>
          </a:p>
          <a:p>
            <a:r>
              <a:rPr lang="zh-CN" altLang="en-US"/>
              <a:t>-------------------------------------------</a:t>
            </a:r>
            <a:endParaRPr lang="zh-CN" altLang="en-US"/>
          </a:p>
          <a:p>
            <a:r>
              <a:rPr lang="zh-CN" altLang="en-US"/>
              <a:t>           USB主机控制器</a:t>
            </a:r>
            <a:endParaRPr lang="zh-CN" altLang="en-US"/>
          </a:p>
          <a:p>
            <a:r>
              <a:rPr lang="zh-CN" altLang="en-US"/>
              <a:t>           UHCI OHCI EHCI</a:t>
            </a:r>
            <a:endParaRPr lang="zh-CN" altLang="en-US"/>
          </a:p>
          <a:p>
            <a:r>
              <a:rPr lang="zh-CN" altLang="en-US"/>
              <a:t>硬件        -----------</a:t>
            </a:r>
            <a:endParaRPr lang="zh-CN" altLang="en-US"/>
          </a:p>
          <a:p>
            <a:r>
              <a:rPr lang="zh-CN" altLang="en-US"/>
              <a:t>              USB设备</a:t>
            </a:r>
            <a:endParaRPr lang="zh-CN" altLang="en-US"/>
          </a:p>
          <a:p>
            <a:r>
              <a:rPr lang="zh-CN" altLang="en-US"/>
              <a:t>--------------------- </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sp>
        <p:nvSpPr>
          <p:cNvPr id="4" name="文本框 3"/>
          <p:cNvSpPr txBox="1"/>
          <p:nvPr/>
        </p:nvSpPr>
        <p:spPr>
          <a:xfrm>
            <a:off x="246380" y="488315"/>
            <a:ext cx="9023985" cy="4338320"/>
          </a:xfrm>
          <a:prstGeom prst="rect">
            <a:avLst/>
          </a:prstGeom>
          <a:noFill/>
        </p:spPr>
        <p:txBody>
          <a:bodyPr wrap="square" rtlCol="0" anchor="t">
            <a:spAutoFit/>
          </a:bodyPr>
          <a:p>
            <a:r>
              <a:rPr lang="zh-CN" altLang="en-US" sz="1200"/>
              <a:t>UHCI: intel阵营规范（主硬件）,     低速(1.5Mbps)/全速(12Mbps)OHCI: microsoft阵营规范（主软件）  低速/全速</a:t>
            </a:r>
            <a:endParaRPr lang="zh-CN" altLang="en-US" sz="1200"/>
          </a:p>
          <a:p>
            <a:r>
              <a:rPr lang="zh-CN" altLang="en-US" sz="1200"/>
              <a:t>EHCI:            高速(480Mbps)</a:t>
            </a:r>
            <a:endParaRPr lang="zh-CN" altLang="en-US" sz="1200"/>
          </a:p>
          <a:p>
            <a:endParaRPr lang="zh-CN" altLang="en-US" sz="1200"/>
          </a:p>
          <a:p>
            <a:r>
              <a:rPr lang="zh-CN" altLang="en-US" sz="1200"/>
              <a:t>USB </a:t>
            </a:r>
            <a:endParaRPr lang="zh-CN" altLang="en-US" sz="1200"/>
          </a:p>
          <a:p>
            <a:r>
              <a:rPr lang="zh-CN" altLang="en-US" sz="1200"/>
              <a:t>主机控制器有 3 </a:t>
            </a:r>
            <a:endParaRPr lang="zh-CN" altLang="en-US" sz="1200"/>
          </a:p>
          <a:p>
            <a:r>
              <a:rPr lang="zh-CN" altLang="en-US" sz="1200"/>
              <a:t>种规格：</a:t>
            </a:r>
            <a:endParaRPr lang="zh-CN" altLang="en-US" sz="1200"/>
          </a:p>
          <a:p>
            <a:r>
              <a:rPr lang="zh-CN" altLang="en-US" sz="1200"/>
              <a:t>OHCI (Open Host Controller</a:t>
            </a:r>
            <a:endParaRPr lang="zh-CN" altLang="en-US" sz="1200"/>
          </a:p>
          <a:p>
            <a:r>
              <a:rPr lang="zh-CN" altLang="en-US" sz="1200"/>
              <a:t> Interface)、</a:t>
            </a:r>
            <a:endParaRPr lang="zh-CN" altLang="en-US" sz="1200"/>
          </a:p>
          <a:p>
            <a:r>
              <a:rPr lang="zh-CN" altLang="en-US" sz="1200"/>
              <a:t>UHCI</a:t>
            </a:r>
            <a:endParaRPr lang="zh-CN" altLang="en-US" sz="1200"/>
          </a:p>
          <a:p>
            <a:r>
              <a:rPr lang="zh-CN" altLang="en-US" sz="1200"/>
              <a:t> (Universal HostController Interface)</a:t>
            </a:r>
            <a:endParaRPr lang="zh-CN" altLang="en-US" sz="1200"/>
          </a:p>
          <a:p>
            <a:r>
              <a:rPr lang="zh-CN" altLang="en-US" sz="1200"/>
              <a:t>EHCI</a:t>
            </a:r>
            <a:endParaRPr lang="zh-CN" altLang="en-US" sz="1200"/>
          </a:p>
          <a:p>
            <a:r>
              <a:rPr lang="zh-CN" altLang="en-US" sz="1200"/>
              <a:t> (Enhanced Host Controller Interface)。</a:t>
            </a:r>
            <a:endParaRPr lang="zh-CN" altLang="en-US" sz="1200"/>
          </a:p>
          <a:p>
            <a:r>
              <a:rPr lang="zh-CN" altLang="en-US" sz="1200"/>
              <a:t>##################################################</a:t>
            </a:r>
            <a:endParaRPr lang="zh-CN" altLang="en-US" sz="1200"/>
          </a:p>
          <a:p>
            <a:r>
              <a:rPr lang="zh-CN" altLang="en-US" sz="1200"/>
              <a:t>OHCI驱动程序用来为非</a:t>
            </a:r>
            <a:endParaRPr lang="zh-CN" altLang="en-US" sz="1200"/>
          </a:p>
          <a:p>
            <a:r>
              <a:rPr lang="zh-CN" altLang="en-US" sz="1200"/>
              <a:t>PC 系统上以及带有 SiS 和 ALi 芯片组的 PC 主板上的 USB 芯片提供支持。</a:t>
            </a:r>
            <a:endParaRPr lang="zh-CN" altLang="en-US" sz="1200"/>
          </a:p>
          <a:p>
            <a:r>
              <a:rPr lang="zh-CN" altLang="en-US" sz="1200"/>
              <a:t>##################################################</a:t>
            </a:r>
            <a:endParaRPr lang="zh-CN" altLang="en-US" sz="1200"/>
          </a:p>
          <a:p>
            <a:r>
              <a:rPr lang="zh-CN" altLang="en-US" sz="1200"/>
              <a:t>UHCI 驱动程序多用来为大多数其他 PC 主板（包括 Intel 和 Via）的的 USB 芯片提供支持。 </a:t>
            </a:r>
            <a:endParaRPr lang="zh-CN" altLang="en-US" sz="1200"/>
          </a:p>
          <a:p>
            <a:r>
              <a:rPr lang="zh-CN" altLang="en-US" sz="1200"/>
              <a:t>##################################################</a:t>
            </a:r>
            <a:endParaRPr lang="zh-CN" altLang="en-US" sz="1200"/>
          </a:p>
          <a:p>
            <a:r>
              <a:rPr lang="zh-CN" altLang="en-US" sz="1200"/>
              <a:t>EHCI 由 USB</a:t>
            </a:r>
            <a:endParaRPr lang="zh-CN" altLang="en-US" sz="1200"/>
          </a:p>
          <a:p>
            <a:r>
              <a:rPr lang="zh-CN" altLang="en-US" sz="1200"/>
              <a:t> 2.0 规范所提出，</a:t>
            </a:r>
            <a:endParaRPr lang="zh-CN" altLang="en-US" sz="1200"/>
          </a:p>
          <a:p>
            <a:r>
              <a:rPr lang="zh-CN" altLang="en-US" sz="1200"/>
              <a:t>它兼容于 OHCI 和 UHCI。 UHCI 的硬件线路比 OHCI 简单，所以成本较低，但需要较复杂的驱动</a:t>
            </a:r>
            <a:endParaRPr lang="zh-CN" altLang="en-US" sz="1200"/>
          </a:p>
          <a:p>
            <a:r>
              <a:rPr lang="zh-CN" altLang="en-US" sz="1200"/>
              <a:t>程序， CPU 负荷稍重。本节将重点介绍嵌入式系统中常用的 OHCI 主机控制器驱动。</a:t>
            </a:r>
            <a:endParaRPr lang="zh-CN" altLang="en-US" sz="1200"/>
          </a:p>
          <a:p>
            <a:r>
              <a:rPr lang="zh-CN" altLang="en-US" sz="1200"/>
              <a:t>原文：https://blog.csdn.net/qingkongyeyue/article/details/53363090 </a:t>
            </a:r>
            <a:endParaRPr lang="zh-CN"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F7FD42D9-DEB6-4834-87A9-B721C54EC71A}" type="slidenum">
              <a:rPr lang="zh-CN" altLang="en-US" smtClean="0"/>
            </a:fld>
            <a:endParaRPr lang="zh-CN" altLang="en-US"/>
          </a:p>
        </p:txBody>
      </p:sp>
      <p:pic>
        <p:nvPicPr>
          <p:cNvPr id="5" name="图片 4" descr="20161128203714236"/>
          <p:cNvPicPr>
            <a:picLocks noChangeAspect="1"/>
          </p:cNvPicPr>
          <p:nvPr/>
        </p:nvPicPr>
        <p:blipFill>
          <a:blip r:embed="rId1"/>
          <a:stretch>
            <a:fillRect/>
          </a:stretch>
        </p:blipFill>
        <p:spPr>
          <a:xfrm>
            <a:off x="11430" y="485775"/>
            <a:ext cx="9120505" cy="3972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谢谢</a:t>
            </a:r>
            <a:endParaRPr lang="zh-CN"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3621</Words>
  <Application>WPS 演示</Application>
  <PresentationFormat>全屏显示(16:9)</PresentationFormat>
  <Paragraphs>130</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微软雅黑</vt:lpstr>
      <vt:lpstr>黑体</vt:lpstr>
      <vt:lpstr>Arial Unicode MS</vt:lpstr>
      <vt:lpstr>Calibri</vt:lpstr>
      <vt:lpstr>Office 主题</vt:lpstr>
      <vt:lpstr>USB驱动概述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Aido</dc:creator>
  <cp:lastModifiedBy>Benewake</cp:lastModifiedBy>
  <cp:revision>110</cp:revision>
  <dcterms:created xsi:type="dcterms:W3CDTF">2017-06-02T11:04:00Z</dcterms:created>
  <dcterms:modified xsi:type="dcterms:W3CDTF">2018-11-05T06:37:35Z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2052-10.1.0.7469</vt:lpwstr>
  </property>
</Properties>
</file>
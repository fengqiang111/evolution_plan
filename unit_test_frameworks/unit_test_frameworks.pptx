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14370" y="1945640"/>
            <a:ext cx="5763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代码</a:t>
            </a:r>
            <a:r>
              <a:rPr lang="en-US" altLang="zh-CN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(C/C++)</a:t>
            </a:r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单元测试框架概述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54855" y="4137025"/>
            <a:ext cx="30238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朱雄伟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2018.8.28</a:t>
            </a:r>
            <a:endParaRPr lang="en-US" altLang="zh-CN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933700" y="1471295"/>
            <a:ext cx="33528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</a:rPr>
              <a:t>概述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</a:rPr>
              <a:t>几个例子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0245" y="478790"/>
            <a:ext cx="3096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概述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395730"/>
            <a:ext cx="3096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为什么需要个框架</a:t>
            </a:r>
            <a:endParaRPr lang="zh-CN" altLang="en-US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" y="2732405"/>
            <a:ext cx="6229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统一测试代码的形式，使单元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测试易于维护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0245" y="478790"/>
            <a:ext cx="3096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概述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395730"/>
            <a:ext cx="4486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单元测试框架完成哪些工作</a:t>
            </a:r>
            <a:endParaRPr lang="zh-CN" altLang="en-US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" y="2322830"/>
            <a:ext cx="91821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提供存放测试代码的位置，将测试代码与工作代码独立开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提供一种执行测试的机制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提供一系列判断测试是否通过的方法（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assert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提供统一的测试结果的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保存和输出形式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提供伪装输入的机制（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mock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0245" y="478790"/>
            <a:ext cx="3096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概述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395730"/>
            <a:ext cx="4000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怎么实现一个单元测试框架</a:t>
            </a:r>
            <a:endParaRPr lang="zh-CN" altLang="en-US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" y="1884680"/>
            <a:ext cx="62293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自己写一个用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网上找一个用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895" y="3054985"/>
            <a:ext cx="83058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单元测试框架清单：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https://en.wikipedia.org/wiki/List_of_unit_testing_frameworks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" name="图片 4" descr="menu.saveimg.savepath201808271118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45" y="4253230"/>
            <a:ext cx="10915015" cy="2305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0245" y="478790"/>
            <a:ext cx="3096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几个例子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395730"/>
            <a:ext cx="8611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b="1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EasyUnit (CppUnitLite, CppUnit, xUnit )</a:t>
            </a:r>
            <a:endParaRPr lang="en-US" altLang="zh-CN" sz="2400" b="1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4" name="图片 3" descr="menu.saveimg.savepath201808271128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1914525"/>
            <a:ext cx="2190750" cy="3029585"/>
          </a:xfrm>
          <a:prstGeom prst="rect">
            <a:avLst/>
          </a:prstGeom>
        </p:spPr>
      </p:pic>
      <p:pic>
        <p:nvPicPr>
          <p:cNvPr id="5" name="图片 4" descr="menu.saveimg.savepath201808271129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295" y="1856105"/>
            <a:ext cx="3639185" cy="4791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0245" y="478790"/>
            <a:ext cx="3096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几个例子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395730"/>
            <a:ext cx="8611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b="1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EasyUnit (CppUnitLite, CppUnit, xUnit )</a:t>
            </a:r>
            <a:endParaRPr lang="en-US" altLang="zh-CN" sz="2400" b="1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7" name="图片 6" descr="menu.saveimg.savepath201808271130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45" y="2028190"/>
            <a:ext cx="7868920" cy="2705735"/>
          </a:xfrm>
          <a:prstGeom prst="rect">
            <a:avLst/>
          </a:prstGeom>
        </p:spPr>
      </p:pic>
      <p:pic>
        <p:nvPicPr>
          <p:cNvPr id="8" name="图片 7" descr="menu.saveimg.savepath201808271133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45" y="4909820"/>
            <a:ext cx="3715385" cy="1857375"/>
          </a:xfrm>
          <a:prstGeom prst="rect">
            <a:avLst/>
          </a:prstGeom>
        </p:spPr>
      </p:pic>
      <p:pic>
        <p:nvPicPr>
          <p:cNvPr id="9" name="图片 8" descr="menu.saveimg.savepath201808271135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095" y="5214620"/>
            <a:ext cx="5248910" cy="1247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0245" y="478790"/>
            <a:ext cx="3096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几个例子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395730"/>
            <a:ext cx="8611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b="1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Cmocka</a:t>
            </a:r>
            <a:endParaRPr lang="en-US" altLang="zh-CN" sz="2400" b="1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5975" y="2459990"/>
            <a:ext cx="96932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测试逻辑代码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通常在通用平台运行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将cmocka的库、标准库、待测试的代码单元链接成一个可执行程序运行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所有待测试单元用到的外部接口，都要mock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0245" y="478790"/>
            <a:ext cx="3096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几个例子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395730"/>
            <a:ext cx="8611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b="1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MinUnit</a:t>
            </a:r>
            <a:endParaRPr lang="en-US" altLang="zh-CN" sz="2400" b="1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4" name="图片 3" descr="menu.saveimg.savepath201808271223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865" y="2528570"/>
            <a:ext cx="6344285" cy="1133475"/>
          </a:xfrm>
          <a:prstGeom prst="rect">
            <a:avLst/>
          </a:prstGeom>
        </p:spPr>
      </p:pic>
      <p:pic>
        <p:nvPicPr>
          <p:cNvPr id="5" name="图片 4" descr="menu.saveimg.savepath201808271223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690" y="123190"/>
            <a:ext cx="3486785" cy="66109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597525" y="2385060"/>
            <a:ext cx="99695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200" b="1">
                <a:latin typeface="华文楷体" panose="02010600040101010101" charset="-122"/>
                <a:ea typeface="华文楷体" panose="02010600040101010101" charset="-122"/>
              </a:rPr>
              <a:t>谢谢</a:t>
            </a:r>
            <a:endParaRPr lang="zh-CN" altLang="en-US" sz="3200" b="1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WPS 演示</Application>
  <PresentationFormat>宽屏</PresentationFormat>
  <Paragraphs>57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华文仿宋</vt:lpstr>
      <vt:lpstr>华文宋体</vt:lpstr>
      <vt:lpstr>华文彩云</vt:lpstr>
      <vt:lpstr>华文楷体</vt:lpstr>
      <vt:lpstr>华文中宋</vt:lpstr>
      <vt:lpstr>Wingdings</vt:lpstr>
      <vt:lpstr>Times New Roman</vt:lpstr>
      <vt:lpstr>华文新魏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wood</dc:creator>
  <cp:lastModifiedBy>朱雄伟</cp:lastModifiedBy>
  <cp:revision>55</cp:revision>
  <dcterms:created xsi:type="dcterms:W3CDTF">2018-08-24T07:52:00Z</dcterms:created>
  <dcterms:modified xsi:type="dcterms:W3CDTF">2018-08-27T04:25:03Z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2052-10.1.0.7469</vt:lpwstr>
  </property>
</Properties>
</file>